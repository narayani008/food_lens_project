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3EE9F-CC84-48B0-9314-FEE3DCB49D96}" v="235" dt="2026-01-04T13:32:00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9" autoAdjust="0"/>
    <p:restoredTop sz="94660"/>
  </p:normalViewPr>
  <p:slideViewPr>
    <p:cSldViewPr snapToGrid="0">
      <p:cViewPr varScale="1">
        <p:scale>
          <a:sx n="51" d="100"/>
          <a:sy n="51" d="100"/>
        </p:scale>
        <p:origin x="7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AYANI LIKHITKAR" userId="126bc1171fd370f8" providerId="LiveId" clId="{C214E030-27B5-4CF5-9F1B-7768C8D98487}"/>
    <pc:docChg chg="undo custSel addSld delSld modSld">
      <pc:chgData name="NARAYANI LIKHITKAR" userId="126bc1171fd370f8" providerId="LiveId" clId="{C214E030-27B5-4CF5-9F1B-7768C8D98487}" dt="2026-01-04T13:32:16.214" v="1194" actId="1076"/>
      <pc:docMkLst>
        <pc:docMk/>
      </pc:docMkLst>
      <pc:sldChg chg="modSp mod">
        <pc:chgData name="NARAYANI LIKHITKAR" userId="126bc1171fd370f8" providerId="LiveId" clId="{C214E030-27B5-4CF5-9F1B-7768C8D98487}" dt="2026-01-04T13:21:37.029" v="1135" actId="113"/>
        <pc:sldMkLst>
          <pc:docMk/>
          <pc:sldMk cId="1752538155" sldId="256"/>
        </pc:sldMkLst>
        <pc:spChg chg="mod">
          <ac:chgData name="NARAYANI LIKHITKAR" userId="126bc1171fd370f8" providerId="LiveId" clId="{C214E030-27B5-4CF5-9F1B-7768C8D98487}" dt="2026-01-04T13:21:37.029" v="1135" actId="113"/>
          <ac:spMkLst>
            <pc:docMk/>
            <pc:sldMk cId="1752538155" sldId="256"/>
            <ac:spMk id="2" creationId="{EEFEFA31-16AB-10E4-965F-288C3454F50A}"/>
          </ac:spMkLst>
        </pc:spChg>
        <pc:spChg chg="mod">
          <ac:chgData name="NARAYANI LIKHITKAR" userId="126bc1171fd370f8" providerId="LiveId" clId="{C214E030-27B5-4CF5-9F1B-7768C8D98487}" dt="2026-01-04T13:09:50.169" v="1102" actId="1076"/>
          <ac:spMkLst>
            <pc:docMk/>
            <pc:sldMk cId="1752538155" sldId="256"/>
            <ac:spMk id="3" creationId="{B94E5AD8-BC39-F59B-C641-DD9CE77137E1}"/>
          </ac:spMkLst>
        </pc:spChg>
      </pc:sldChg>
      <pc:sldChg chg="modSp new mod">
        <pc:chgData name="NARAYANI LIKHITKAR" userId="126bc1171fd370f8" providerId="LiveId" clId="{C214E030-27B5-4CF5-9F1B-7768C8D98487}" dt="2026-01-04T13:10:13.418" v="1104" actId="1076"/>
        <pc:sldMkLst>
          <pc:docMk/>
          <pc:sldMk cId="4048201802" sldId="257"/>
        </pc:sldMkLst>
        <pc:spChg chg="mod">
          <ac:chgData name="NARAYANI LIKHITKAR" userId="126bc1171fd370f8" providerId="LiveId" clId="{C214E030-27B5-4CF5-9F1B-7768C8D98487}" dt="2026-01-04T13:10:01.532" v="1103" actId="1076"/>
          <ac:spMkLst>
            <pc:docMk/>
            <pc:sldMk cId="4048201802" sldId="257"/>
            <ac:spMk id="2" creationId="{018142B5-FA04-BAB1-ABEE-378E91253612}"/>
          </ac:spMkLst>
        </pc:spChg>
        <pc:spChg chg="mod">
          <ac:chgData name="NARAYANI LIKHITKAR" userId="126bc1171fd370f8" providerId="LiveId" clId="{C214E030-27B5-4CF5-9F1B-7768C8D98487}" dt="2026-01-04T13:10:13.418" v="1104" actId="1076"/>
          <ac:spMkLst>
            <pc:docMk/>
            <pc:sldMk cId="4048201802" sldId="257"/>
            <ac:spMk id="3" creationId="{70B26F68-2114-3A83-A638-E08D26F01426}"/>
          </ac:spMkLst>
        </pc:spChg>
      </pc:sldChg>
      <pc:sldChg chg="modSp new mod">
        <pc:chgData name="NARAYANI LIKHITKAR" userId="126bc1171fd370f8" providerId="LiveId" clId="{C214E030-27B5-4CF5-9F1B-7768C8D98487}" dt="2026-01-04T13:10:59.405" v="1107" actId="1076"/>
        <pc:sldMkLst>
          <pc:docMk/>
          <pc:sldMk cId="346326659" sldId="258"/>
        </pc:sldMkLst>
        <pc:spChg chg="mod">
          <ac:chgData name="NARAYANI LIKHITKAR" userId="126bc1171fd370f8" providerId="LiveId" clId="{C214E030-27B5-4CF5-9F1B-7768C8D98487}" dt="2026-01-04T13:10:54.743" v="1106" actId="1076"/>
          <ac:spMkLst>
            <pc:docMk/>
            <pc:sldMk cId="346326659" sldId="258"/>
            <ac:spMk id="2" creationId="{6FD968F2-8017-DB89-FA5D-B3AE8C94C29B}"/>
          </ac:spMkLst>
        </pc:spChg>
        <pc:spChg chg="mod">
          <ac:chgData name="NARAYANI LIKHITKAR" userId="126bc1171fd370f8" providerId="LiveId" clId="{C214E030-27B5-4CF5-9F1B-7768C8D98487}" dt="2026-01-04T13:10:59.405" v="1107" actId="1076"/>
          <ac:spMkLst>
            <pc:docMk/>
            <pc:sldMk cId="346326659" sldId="258"/>
            <ac:spMk id="3" creationId="{58C311D7-825A-C56E-95D8-181D70191644}"/>
          </ac:spMkLst>
        </pc:spChg>
      </pc:sldChg>
      <pc:sldChg chg="addSp delSp modSp new mod">
        <pc:chgData name="NARAYANI LIKHITKAR" userId="126bc1171fd370f8" providerId="LiveId" clId="{C214E030-27B5-4CF5-9F1B-7768C8D98487}" dt="2026-01-04T13:11:10.317" v="1108" actId="20577"/>
        <pc:sldMkLst>
          <pc:docMk/>
          <pc:sldMk cId="3004474555" sldId="259"/>
        </pc:sldMkLst>
        <pc:spChg chg="mod">
          <ac:chgData name="NARAYANI LIKHITKAR" userId="126bc1171fd370f8" providerId="LiveId" clId="{C214E030-27B5-4CF5-9F1B-7768C8D98487}" dt="2026-01-04T13:11:10.317" v="1108" actId="20577"/>
          <ac:spMkLst>
            <pc:docMk/>
            <pc:sldMk cId="3004474555" sldId="259"/>
            <ac:spMk id="2" creationId="{2F4D410C-5008-0439-4A84-9553C0DC2A46}"/>
          </ac:spMkLst>
        </pc:spChg>
        <pc:spChg chg="del mod">
          <ac:chgData name="NARAYANI LIKHITKAR" userId="126bc1171fd370f8" providerId="LiveId" clId="{C214E030-27B5-4CF5-9F1B-7768C8D98487}" dt="2026-01-04T11:56:36.371" v="450" actId="1032"/>
          <ac:spMkLst>
            <pc:docMk/>
            <pc:sldMk cId="3004474555" sldId="259"/>
            <ac:spMk id="3" creationId="{33DC6D7F-3ED0-99BF-3199-F821D009C2ED}"/>
          </ac:spMkLst>
        </pc:spChg>
        <pc:graphicFrameChg chg="add mod modGraphic">
          <ac:chgData name="NARAYANI LIKHITKAR" userId="126bc1171fd370f8" providerId="LiveId" clId="{C214E030-27B5-4CF5-9F1B-7768C8D98487}" dt="2026-01-04T13:09:32.889" v="1100" actId="1076"/>
          <ac:graphicFrameMkLst>
            <pc:docMk/>
            <pc:sldMk cId="3004474555" sldId="259"/>
            <ac:graphicFrameMk id="4" creationId="{3735A395-1F73-24F6-83D8-61FEB9D96C6C}"/>
          </ac:graphicFrameMkLst>
        </pc:graphicFrameChg>
      </pc:sldChg>
      <pc:sldChg chg="addSp delSp modSp new mod">
        <pc:chgData name="NARAYANI LIKHITKAR" userId="126bc1171fd370f8" providerId="LiveId" clId="{C214E030-27B5-4CF5-9F1B-7768C8D98487}" dt="2026-01-04T13:08:54.095" v="1098" actId="1076"/>
        <pc:sldMkLst>
          <pc:docMk/>
          <pc:sldMk cId="4083158092" sldId="260"/>
        </pc:sldMkLst>
        <pc:spChg chg="mod">
          <ac:chgData name="NARAYANI LIKHITKAR" userId="126bc1171fd370f8" providerId="LiveId" clId="{C214E030-27B5-4CF5-9F1B-7768C8D98487}" dt="2026-01-04T13:08:37.015" v="1097" actId="1076"/>
          <ac:spMkLst>
            <pc:docMk/>
            <pc:sldMk cId="4083158092" sldId="260"/>
            <ac:spMk id="2" creationId="{9F1D7E41-DEBF-C660-9A95-DAF44E131F9C}"/>
          </ac:spMkLst>
        </pc:spChg>
        <pc:spChg chg="del mod">
          <ac:chgData name="NARAYANI LIKHITKAR" userId="126bc1171fd370f8" providerId="LiveId" clId="{C214E030-27B5-4CF5-9F1B-7768C8D98487}" dt="2026-01-04T12:27:20.266" v="821"/>
          <ac:spMkLst>
            <pc:docMk/>
            <pc:sldMk cId="4083158092" sldId="260"/>
            <ac:spMk id="3" creationId="{F5656924-7C1B-C198-D5BA-1495369C8505}"/>
          </ac:spMkLst>
        </pc:spChg>
        <pc:spChg chg="add mod">
          <ac:chgData name="NARAYANI LIKHITKAR" userId="126bc1171fd370f8" providerId="LiveId" clId="{C214E030-27B5-4CF5-9F1B-7768C8D98487}" dt="2026-01-04T13:08:54.095" v="1098" actId="1076"/>
          <ac:spMkLst>
            <pc:docMk/>
            <pc:sldMk cId="4083158092" sldId="260"/>
            <ac:spMk id="4" creationId="{A521AAE0-16AB-C1D7-9C79-792B09A40DA8}"/>
          </ac:spMkLst>
        </pc:spChg>
      </pc:sldChg>
      <pc:sldChg chg="addSp delSp modSp new mod">
        <pc:chgData name="NARAYANI LIKHITKAR" userId="126bc1171fd370f8" providerId="LiveId" clId="{C214E030-27B5-4CF5-9F1B-7768C8D98487}" dt="2026-01-04T13:32:16.214" v="1194" actId="1076"/>
        <pc:sldMkLst>
          <pc:docMk/>
          <pc:sldMk cId="2338129049" sldId="261"/>
        </pc:sldMkLst>
        <pc:spChg chg="mod">
          <ac:chgData name="NARAYANI LIKHITKAR" userId="126bc1171fd370f8" providerId="LiveId" clId="{C214E030-27B5-4CF5-9F1B-7768C8D98487}" dt="2026-01-04T13:32:16.214" v="1194" actId="1076"/>
          <ac:spMkLst>
            <pc:docMk/>
            <pc:sldMk cId="2338129049" sldId="261"/>
            <ac:spMk id="2" creationId="{EB34FF2C-9757-FF39-1854-7F0C4807F777}"/>
          </ac:spMkLst>
        </pc:spChg>
        <pc:spChg chg="del mod">
          <ac:chgData name="NARAYANI LIKHITKAR" userId="126bc1171fd370f8" providerId="LiveId" clId="{C214E030-27B5-4CF5-9F1B-7768C8D98487}" dt="2026-01-04T13:30:49.697" v="1174"/>
          <ac:spMkLst>
            <pc:docMk/>
            <pc:sldMk cId="2338129049" sldId="261"/>
            <ac:spMk id="3" creationId="{7FC1F797-C168-E537-E815-AFFAFE9C7120}"/>
          </ac:spMkLst>
        </pc:spChg>
        <pc:spChg chg="add mod">
          <ac:chgData name="NARAYANI LIKHITKAR" userId="126bc1171fd370f8" providerId="LiveId" clId="{C214E030-27B5-4CF5-9F1B-7768C8D98487}" dt="2026-01-04T13:32:00.304" v="1193" actId="1076"/>
          <ac:spMkLst>
            <pc:docMk/>
            <pc:sldMk cId="2338129049" sldId="261"/>
            <ac:spMk id="4" creationId="{033A7B85-BCF9-08B6-F56A-7C2DB6E6A46C}"/>
          </ac:spMkLst>
        </pc:spChg>
      </pc:sldChg>
      <pc:sldChg chg="addSp delSp modSp new mod">
        <pc:chgData name="NARAYANI LIKHITKAR" userId="126bc1171fd370f8" providerId="LiveId" clId="{C214E030-27B5-4CF5-9F1B-7768C8D98487}" dt="2026-01-04T13:23:50.328" v="1142" actId="1076"/>
        <pc:sldMkLst>
          <pc:docMk/>
          <pc:sldMk cId="984462964" sldId="262"/>
        </pc:sldMkLst>
        <pc:spChg chg="mod">
          <ac:chgData name="NARAYANI LIKHITKAR" userId="126bc1171fd370f8" providerId="LiveId" clId="{C214E030-27B5-4CF5-9F1B-7768C8D98487}" dt="2026-01-04T13:22:56.612" v="1137" actId="115"/>
          <ac:spMkLst>
            <pc:docMk/>
            <pc:sldMk cId="984462964" sldId="262"/>
            <ac:spMk id="2" creationId="{76A85850-EE15-946A-3F80-9C82D9F033F2}"/>
          </ac:spMkLst>
        </pc:spChg>
        <pc:spChg chg="add del mod">
          <ac:chgData name="NARAYANI LIKHITKAR" userId="126bc1171fd370f8" providerId="LiveId" clId="{C214E030-27B5-4CF5-9F1B-7768C8D98487}" dt="2026-01-04T12:34:41.896" v="835"/>
          <ac:spMkLst>
            <pc:docMk/>
            <pc:sldMk cId="984462964" sldId="262"/>
            <ac:spMk id="3" creationId="{2C812EE2-3E56-B0DA-51E7-EA3D6D2295B6}"/>
          </ac:spMkLst>
        </pc:spChg>
        <pc:spChg chg="add del mod">
          <ac:chgData name="NARAYANI LIKHITKAR" userId="126bc1171fd370f8" providerId="LiveId" clId="{C214E030-27B5-4CF5-9F1B-7768C8D98487}" dt="2026-01-04T12:38:45.540" v="885" actId="478"/>
          <ac:spMkLst>
            <pc:docMk/>
            <pc:sldMk cId="984462964" sldId="262"/>
            <ac:spMk id="8" creationId="{DD224DB0-F9C5-3876-5780-D853FF0C7C02}"/>
          </ac:spMkLst>
        </pc:spChg>
        <pc:spChg chg="add del mod">
          <ac:chgData name="NARAYANI LIKHITKAR" userId="126bc1171fd370f8" providerId="LiveId" clId="{C214E030-27B5-4CF5-9F1B-7768C8D98487}" dt="2026-01-04T12:40:34.709" v="899" actId="478"/>
          <ac:spMkLst>
            <pc:docMk/>
            <pc:sldMk cId="984462964" sldId="262"/>
            <ac:spMk id="9" creationId="{6325B2F8-8DED-C179-FAAE-5499B532D7C1}"/>
          </ac:spMkLst>
        </pc:spChg>
        <pc:spChg chg="add del">
          <ac:chgData name="NARAYANI LIKHITKAR" userId="126bc1171fd370f8" providerId="LiveId" clId="{C214E030-27B5-4CF5-9F1B-7768C8D98487}" dt="2026-01-04T12:48:30.026" v="975" actId="22"/>
          <ac:spMkLst>
            <pc:docMk/>
            <pc:sldMk cId="984462964" sldId="262"/>
            <ac:spMk id="11" creationId="{C8B936F0-1413-E394-3AEB-CE8CD2AB799D}"/>
          </ac:spMkLst>
        </pc:spChg>
        <pc:spChg chg="add">
          <ac:chgData name="NARAYANI LIKHITKAR" userId="126bc1171fd370f8" providerId="LiveId" clId="{C214E030-27B5-4CF5-9F1B-7768C8D98487}" dt="2026-01-04T12:51:13.539" v="985" actId="11529"/>
          <ac:spMkLst>
            <pc:docMk/>
            <pc:sldMk cId="984462964" sldId="262"/>
            <ac:spMk id="12" creationId="{791245A8-36C7-15AD-9887-5BFC0B16313F}"/>
          </ac:spMkLst>
        </pc:spChg>
        <pc:spChg chg="add mod">
          <ac:chgData name="NARAYANI LIKHITKAR" userId="126bc1171fd370f8" providerId="LiveId" clId="{C214E030-27B5-4CF5-9F1B-7768C8D98487}" dt="2026-01-04T12:52:07.023" v="993" actId="1076"/>
          <ac:spMkLst>
            <pc:docMk/>
            <pc:sldMk cId="984462964" sldId="262"/>
            <ac:spMk id="13" creationId="{C0E88078-4543-03C3-394F-90C00D7ED90B}"/>
          </ac:spMkLst>
        </pc:spChg>
        <pc:spChg chg="add mod">
          <ac:chgData name="NARAYANI LIKHITKAR" userId="126bc1171fd370f8" providerId="LiveId" clId="{C214E030-27B5-4CF5-9F1B-7768C8D98487}" dt="2026-01-04T12:51:43.976" v="990" actId="1076"/>
          <ac:spMkLst>
            <pc:docMk/>
            <pc:sldMk cId="984462964" sldId="262"/>
            <ac:spMk id="14" creationId="{D29D2145-0DB5-2B57-CA80-C19D7EFC1BF6}"/>
          </ac:spMkLst>
        </pc:spChg>
        <pc:spChg chg="add mod">
          <ac:chgData name="NARAYANI LIKHITKAR" userId="126bc1171fd370f8" providerId="LiveId" clId="{C214E030-27B5-4CF5-9F1B-7768C8D98487}" dt="2026-01-04T13:23:32.757" v="1141" actId="1076"/>
          <ac:spMkLst>
            <pc:docMk/>
            <pc:sldMk cId="984462964" sldId="262"/>
            <ac:spMk id="15" creationId="{2D637C51-C776-9AA6-592C-8DD8B2AC2090}"/>
          </ac:spMkLst>
        </pc:spChg>
        <pc:spChg chg="add mod">
          <ac:chgData name="NARAYANI LIKHITKAR" userId="126bc1171fd370f8" providerId="LiveId" clId="{C214E030-27B5-4CF5-9F1B-7768C8D98487}" dt="2026-01-04T12:52:20.734" v="996" actId="1076"/>
          <ac:spMkLst>
            <pc:docMk/>
            <pc:sldMk cId="984462964" sldId="262"/>
            <ac:spMk id="16" creationId="{C62402FF-AC64-5C57-4792-CC04330EB77C}"/>
          </ac:spMkLst>
        </pc:spChg>
        <pc:spChg chg="add mod">
          <ac:chgData name="NARAYANI LIKHITKAR" userId="126bc1171fd370f8" providerId="LiveId" clId="{C214E030-27B5-4CF5-9F1B-7768C8D98487}" dt="2026-01-04T13:23:50.328" v="1142" actId="1076"/>
          <ac:spMkLst>
            <pc:docMk/>
            <pc:sldMk cId="984462964" sldId="262"/>
            <ac:spMk id="17" creationId="{511DB9B5-5711-68D2-3335-C56C6DFD2E04}"/>
          </ac:spMkLst>
        </pc:spChg>
        <pc:spChg chg="add del">
          <ac:chgData name="NARAYANI LIKHITKAR" userId="126bc1171fd370f8" providerId="LiveId" clId="{C214E030-27B5-4CF5-9F1B-7768C8D98487}" dt="2026-01-04T12:53:29.214" v="1000" actId="11529"/>
          <ac:spMkLst>
            <pc:docMk/>
            <pc:sldMk cId="984462964" sldId="262"/>
            <ac:spMk id="18" creationId="{D7FC0B35-E79B-8CAB-811C-2B6A0B4587DB}"/>
          </ac:spMkLst>
        </pc:spChg>
        <pc:spChg chg="add mod">
          <ac:chgData name="NARAYANI LIKHITKAR" userId="126bc1171fd370f8" providerId="LiveId" clId="{C214E030-27B5-4CF5-9F1B-7768C8D98487}" dt="2026-01-04T12:53:51.723" v="1001" actId="11529"/>
          <ac:spMkLst>
            <pc:docMk/>
            <pc:sldMk cId="984462964" sldId="262"/>
            <ac:spMk id="19" creationId="{61943BDE-058A-761C-92D0-B1CA7B198D15}"/>
          </ac:spMkLst>
        </pc:spChg>
        <pc:spChg chg="add mod">
          <ac:chgData name="NARAYANI LIKHITKAR" userId="126bc1171fd370f8" providerId="LiveId" clId="{C214E030-27B5-4CF5-9F1B-7768C8D98487}" dt="2026-01-04T12:58:18.906" v="1043" actId="20577"/>
          <ac:spMkLst>
            <pc:docMk/>
            <pc:sldMk cId="984462964" sldId="262"/>
            <ac:spMk id="20" creationId="{72D7630A-8D40-97CD-20E2-6E067FA32085}"/>
          </ac:spMkLst>
        </pc:spChg>
        <pc:spChg chg="add mod">
          <ac:chgData name="NARAYANI LIKHITKAR" userId="126bc1171fd370f8" providerId="LiveId" clId="{C214E030-27B5-4CF5-9F1B-7768C8D98487}" dt="2026-01-04T12:54:38.997" v="1005"/>
          <ac:spMkLst>
            <pc:docMk/>
            <pc:sldMk cId="984462964" sldId="262"/>
            <ac:spMk id="21" creationId="{00F61EFB-566D-EC2B-C441-3E224B56702D}"/>
          </ac:spMkLst>
        </pc:spChg>
        <pc:spChg chg="add mod">
          <ac:chgData name="NARAYANI LIKHITKAR" userId="126bc1171fd370f8" providerId="LiveId" clId="{C214E030-27B5-4CF5-9F1B-7768C8D98487}" dt="2026-01-04T12:58:41.328" v="1044"/>
          <ac:spMkLst>
            <pc:docMk/>
            <pc:sldMk cId="984462964" sldId="262"/>
            <ac:spMk id="22" creationId="{B43220E2-55B6-9B15-F58B-76BCD81A260F}"/>
          </ac:spMkLst>
        </pc:spChg>
        <pc:spChg chg="add mod">
          <ac:chgData name="NARAYANI LIKHITKAR" userId="126bc1171fd370f8" providerId="LiveId" clId="{C214E030-27B5-4CF5-9F1B-7768C8D98487}" dt="2026-01-04T13:04:24.137" v="1052" actId="20577"/>
          <ac:spMkLst>
            <pc:docMk/>
            <pc:sldMk cId="984462964" sldId="262"/>
            <ac:spMk id="23" creationId="{1C30E990-1495-A110-BFEA-1FA8C11749CE}"/>
          </ac:spMkLst>
        </pc:spChg>
        <pc:spChg chg="add mod">
          <ac:chgData name="NARAYANI LIKHITKAR" userId="126bc1171fd370f8" providerId="LiveId" clId="{C214E030-27B5-4CF5-9F1B-7768C8D98487}" dt="2026-01-04T13:05:11.709" v="1061" actId="20577"/>
          <ac:spMkLst>
            <pc:docMk/>
            <pc:sldMk cId="984462964" sldId="262"/>
            <ac:spMk id="24" creationId="{6A4292F3-5601-F25A-B555-89F75B524EBC}"/>
          </ac:spMkLst>
        </pc:spChg>
        <pc:spChg chg="add mod">
          <ac:chgData name="NARAYANI LIKHITKAR" userId="126bc1171fd370f8" providerId="LiveId" clId="{C214E030-27B5-4CF5-9F1B-7768C8D98487}" dt="2026-01-04T13:06:13.962" v="1073" actId="20577"/>
          <ac:spMkLst>
            <pc:docMk/>
            <pc:sldMk cId="984462964" sldId="262"/>
            <ac:spMk id="25" creationId="{462BCAD8-9716-62D6-595A-B9910A8E68F8}"/>
          </ac:spMkLst>
        </pc:spChg>
        <pc:spChg chg="add mod">
          <ac:chgData name="NARAYANI LIKHITKAR" userId="126bc1171fd370f8" providerId="LiveId" clId="{C214E030-27B5-4CF5-9F1B-7768C8D98487}" dt="2026-01-04T13:06:58.122" v="1081" actId="20577"/>
          <ac:spMkLst>
            <pc:docMk/>
            <pc:sldMk cId="984462964" sldId="262"/>
            <ac:spMk id="26" creationId="{C2D54137-729E-B62D-7E5A-51F82B6C9677}"/>
          </ac:spMkLst>
        </pc:spChg>
        <pc:spChg chg="add mod">
          <ac:chgData name="NARAYANI LIKHITKAR" userId="126bc1171fd370f8" providerId="LiveId" clId="{C214E030-27B5-4CF5-9F1B-7768C8D98487}" dt="2026-01-04T13:07:41.171" v="1095" actId="20577"/>
          <ac:spMkLst>
            <pc:docMk/>
            <pc:sldMk cId="984462964" sldId="262"/>
            <ac:spMk id="27" creationId="{A98223EE-7F03-BB56-4AC4-5957F34187CD}"/>
          </ac:spMkLst>
        </pc:spChg>
        <pc:spChg chg="add del">
          <ac:chgData name="NARAYANI LIKHITKAR" userId="126bc1171fd370f8" providerId="LiveId" clId="{C214E030-27B5-4CF5-9F1B-7768C8D98487}" dt="2026-01-04T13:05:47.384" v="1063" actId="22"/>
          <ac:spMkLst>
            <pc:docMk/>
            <pc:sldMk cId="984462964" sldId="262"/>
            <ac:spMk id="29" creationId="{3A9FDAFD-6A40-4A95-4001-3EF6FA474C2E}"/>
          </ac:spMkLst>
        </pc:spChg>
        <pc:spChg chg="add del">
          <ac:chgData name="NARAYANI LIKHITKAR" userId="126bc1171fd370f8" providerId="LiveId" clId="{C214E030-27B5-4CF5-9F1B-7768C8D98487}" dt="2026-01-04T13:06:00.907" v="1065" actId="22"/>
          <ac:spMkLst>
            <pc:docMk/>
            <pc:sldMk cId="984462964" sldId="262"/>
            <ac:spMk id="31" creationId="{EFD1D963-2269-DC0A-2F8B-F7F6B14BF5D3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74" creationId="{07378B9F-DD48-7DE3-A640-A601BBB4DB49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110" creationId="{E78AA4E1-5CD2-82BC-4AC6-A0A4D405C9B4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155" creationId="{FFC77383-CFD9-FB15-DB9A-7C150898D13E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196" creationId="{45E24D4B-6AFD-2E48-D0BA-18DBF2618CA6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222" creationId="{D772C28A-5FE4-8611-1386-20595074B20E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247" creationId="{D9157352-917D-AC5A-3903-B3AFE6C9BEBC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292" creationId="{7DCE717E-6117-ADF9-8477-71ECEABC3CB8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310" creationId="{2D3C61BF-7BB3-4F73-4944-6CEE6AFEAF2E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332" creationId="{C0A71436-959C-8874-9543-3AE849207541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341" creationId="{6A131F15-EF07-72A3-F958-CF1D7D1170FD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364" creationId="{47CA95A2-37CC-2E56-7267-5F404368CC78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366" creationId="{8C834B0E-1139-6948-E0B6-F00F95FC56F2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406" creationId="{FD091A4D-B5AA-0F0D-8CF5-9C9A62C467C9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456" creationId="{246EBCF2-D173-A0B5-26AF-E3E559F9036B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462" creationId="{4F93E606-82F2-A208-D4DE-AF94CC143B53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490" creationId="{A0483D9A-E615-8B93-6571-F7117E253E3E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520" creationId="{E5C32F84-9DFC-F6FD-7F21-5CCB35A2F3F9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528" creationId="{C7F31D47-94BA-A013-19C1-8B8DC800BD2A}"/>
          </ac:spMkLst>
        </pc:spChg>
        <pc:spChg chg="mod">
          <ac:chgData name="NARAYANI LIKHITKAR" userId="126bc1171fd370f8" providerId="LiveId" clId="{C214E030-27B5-4CF5-9F1B-7768C8D98487}" dt="2026-01-04T13:17:04.708" v="1111"/>
          <ac:spMkLst>
            <pc:docMk/>
            <pc:sldMk cId="984462964" sldId="262"/>
            <ac:spMk id="584" creationId="{ACA572E2-3CF7-10A5-E6BD-138322EE40FA}"/>
          </ac:spMkLst>
        </pc:spChg>
        <pc:spChg chg="add mod">
          <ac:chgData name="NARAYANI LIKHITKAR" userId="126bc1171fd370f8" providerId="LiveId" clId="{C214E030-27B5-4CF5-9F1B-7768C8D98487}" dt="2026-01-04T13:17:04.240" v="1110"/>
          <ac:spMkLst>
            <pc:docMk/>
            <pc:sldMk cId="984462964" sldId="262"/>
            <ac:spMk id="603" creationId="{B934ADB6-7F12-97C3-AF8F-9AC28DE1C794}"/>
          </ac:spMkLst>
        </pc:spChg>
        <pc:graphicFrameChg chg="add del modGraphic">
          <ac:chgData name="NARAYANI LIKHITKAR" userId="126bc1171fd370f8" providerId="LiveId" clId="{C214E030-27B5-4CF5-9F1B-7768C8D98487}" dt="2026-01-04T12:34:39.262" v="834" actId="1032"/>
          <ac:graphicFrameMkLst>
            <pc:docMk/>
            <pc:sldMk cId="984462964" sldId="262"/>
            <ac:graphicFrameMk id="4" creationId="{0277F809-E60E-0DAB-6135-9F61F5B7F26F}"/>
          </ac:graphicFrameMkLst>
        </pc:graphicFrameChg>
        <pc:graphicFrameChg chg="add mod">
          <ac:chgData name="NARAYANI LIKHITKAR" userId="126bc1171fd370f8" providerId="LiveId" clId="{C214E030-27B5-4CF5-9F1B-7768C8D98487}" dt="2026-01-04T12:34:36.923" v="833" actId="14100"/>
          <ac:graphicFrameMkLst>
            <pc:docMk/>
            <pc:sldMk cId="984462964" sldId="262"/>
            <ac:graphicFrameMk id="5" creationId="{A3D46314-D165-9515-8298-84B328674B50}"/>
          </ac:graphicFrameMkLst>
        </pc:graphicFrameChg>
        <pc:graphicFrameChg chg="add mod">
          <ac:chgData name="NARAYANI LIKHITKAR" userId="126bc1171fd370f8" providerId="LiveId" clId="{C214E030-27B5-4CF5-9F1B-7768C8D98487}" dt="2026-01-04T12:50:12.462" v="981" actId="255"/>
          <ac:graphicFrameMkLst>
            <pc:docMk/>
            <pc:sldMk cId="984462964" sldId="262"/>
            <ac:graphicFrameMk id="6" creationId="{C795519D-07B6-EDA6-B58B-BD1F84CCD21D}"/>
          </ac:graphicFrameMkLst>
        </pc:graphicFrameChg>
        <pc:graphicFrameChg chg="add mod modGraphic">
          <ac:chgData name="NARAYANI LIKHITKAR" userId="126bc1171fd370f8" providerId="LiveId" clId="{C214E030-27B5-4CF5-9F1B-7768C8D98487}" dt="2026-01-04T12:51:18.845" v="986"/>
          <ac:graphicFrameMkLst>
            <pc:docMk/>
            <pc:sldMk cId="984462964" sldId="262"/>
            <ac:graphicFrameMk id="7" creationId="{839F81B7-FCF3-F52B-61D3-3EE8E43671A7}"/>
          </ac:graphicFrameMkLst>
        </pc:graphicFrameChg>
      </pc:sldChg>
      <pc:sldChg chg="addSp delSp modSp new mod">
        <pc:chgData name="NARAYANI LIKHITKAR" userId="126bc1171fd370f8" providerId="LiveId" clId="{C214E030-27B5-4CF5-9F1B-7768C8D98487}" dt="2026-01-04T13:27:07.109" v="1148" actId="20577"/>
        <pc:sldMkLst>
          <pc:docMk/>
          <pc:sldMk cId="3693262093" sldId="263"/>
        </pc:sldMkLst>
        <pc:spChg chg="mod">
          <ac:chgData name="NARAYANI LIKHITKAR" userId="126bc1171fd370f8" providerId="LiveId" clId="{C214E030-27B5-4CF5-9F1B-7768C8D98487}" dt="2026-01-04T13:20:09.128" v="1125" actId="1076"/>
          <ac:spMkLst>
            <pc:docMk/>
            <pc:sldMk cId="3693262093" sldId="263"/>
            <ac:spMk id="2" creationId="{EA6DD5DC-C236-A720-B6F0-52D27D442000}"/>
          </ac:spMkLst>
        </pc:spChg>
        <pc:spChg chg="del mod">
          <ac:chgData name="NARAYANI LIKHITKAR" userId="126bc1171fd370f8" providerId="LiveId" clId="{C214E030-27B5-4CF5-9F1B-7768C8D98487}" dt="2026-01-04T13:26:43.658" v="1143"/>
          <ac:spMkLst>
            <pc:docMk/>
            <pc:sldMk cId="3693262093" sldId="263"/>
            <ac:spMk id="3" creationId="{39A06057-E711-3D6E-A42A-3135FDBEFC2B}"/>
          </ac:spMkLst>
        </pc:spChg>
        <pc:spChg chg="add mod">
          <ac:chgData name="NARAYANI LIKHITKAR" userId="126bc1171fd370f8" providerId="LiveId" clId="{C214E030-27B5-4CF5-9F1B-7768C8D98487}" dt="2026-01-04T13:27:07.109" v="1148" actId="20577"/>
          <ac:spMkLst>
            <pc:docMk/>
            <pc:sldMk cId="3693262093" sldId="263"/>
            <ac:spMk id="4" creationId="{7878B027-D075-33E0-2D41-5038BCE224E4}"/>
          </ac:spMkLst>
        </pc:spChg>
      </pc:sldChg>
      <pc:sldChg chg="new del">
        <pc:chgData name="NARAYANI LIKHITKAR" userId="126bc1171fd370f8" providerId="LiveId" clId="{C214E030-27B5-4CF5-9F1B-7768C8D98487}" dt="2026-01-04T11:32:50.569" v="442" actId="47"/>
        <pc:sldMkLst>
          <pc:docMk/>
          <pc:sldMk cId="812360128" sldId="264"/>
        </pc:sldMkLst>
      </pc:sldChg>
      <pc:sldChg chg="addSp delSp modSp new mod">
        <pc:chgData name="NARAYANI LIKHITKAR" userId="126bc1171fd370f8" providerId="LiveId" clId="{C214E030-27B5-4CF5-9F1B-7768C8D98487}" dt="2026-01-04T13:28:23.806" v="1158" actId="20577"/>
        <pc:sldMkLst>
          <pc:docMk/>
          <pc:sldMk cId="3412877167" sldId="264"/>
        </pc:sldMkLst>
        <pc:spChg chg="mod">
          <ac:chgData name="NARAYANI LIKHITKAR" userId="126bc1171fd370f8" providerId="LiveId" clId="{C214E030-27B5-4CF5-9F1B-7768C8D98487}" dt="2026-01-04T13:20:27.829" v="1127" actId="1076"/>
          <ac:spMkLst>
            <pc:docMk/>
            <pc:sldMk cId="3412877167" sldId="264"/>
            <ac:spMk id="2" creationId="{5A988CC7-AAC4-14AD-28FB-4829454A1D76}"/>
          </ac:spMkLst>
        </pc:spChg>
        <pc:spChg chg="del mod">
          <ac:chgData name="NARAYANI LIKHITKAR" userId="126bc1171fd370f8" providerId="LiveId" clId="{C214E030-27B5-4CF5-9F1B-7768C8D98487}" dt="2026-01-04T13:27:26.988" v="1149"/>
          <ac:spMkLst>
            <pc:docMk/>
            <pc:sldMk cId="3412877167" sldId="264"/>
            <ac:spMk id="3" creationId="{DC03EA2E-F8F4-0452-9959-B143E592E0C4}"/>
          </ac:spMkLst>
        </pc:spChg>
        <pc:spChg chg="add mod">
          <ac:chgData name="NARAYANI LIKHITKAR" userId="126bc1171fd370f8" providerId="LiveId" clId="{C214E030-27B5-4CF5-9F1B-7768C8D98487}" dt="2026-01-04T13:28:23.806" v="1158" actId="20577"/>
          <ac:spMkLst>
            <pc:docMk/>
            <pc:sldMk cId="3412877167" sldId="264"/>
            <ac:spMk id="4" creationId="{0D401C78-FC06-531C-94A1-8231FD039AE4}"/>
          </ac:spMkLst>
        </pc:spChg>
      </pc:sldChg>
      <pc:sldChg chg="modSp new mod">
        <pc:chgData name="NARAYANI LIKHITKAR" userId="126bc1171fd370f8" providerId="LiveId" clId="{C214E030-27B5-4CF5-9F1B-7768C8D98487}" dt="2026-01-04T13:28:59.880" v="1162" actId="27636"/>
        <pc:sldMkLst>
          <pc:docMk/>
          <pc:sldMk cId="4140512607" sldId="265"/>
        </pc:sldMkLst>
        <pc:spChg chg="mod">
          <ac:chgData name="NARAYANI LIKHITKAR" userId="126bc1171fd370f8" providerId="LiveId" clId="{C214E030-27B5-4CF5-9F1B-7768C8D98487}" dt="2026-01-04T13:20:39.451" v="1129" actId="1076"/>
          <ac:spMkLst>
            <pc:docMk/>
            <pc:sldMk cId="4140512607" sldId="265"/>
            <ac:spMk id="2" creationId="{3FCA4C42-5C13-3B86-D2BD-B3B70927AE4A}"/>
          </ac:spMkLst>
        </pc:spChg>
        <pc:spChg chg="mod">
          <ac:chgData name="NARAYANI LIKHITKAR" userId="126bc1171fd370f8" providerId="LiveId" clId="{C214E030-27B5-4CF5-9F1B-7768C8D98487}" dt="2026-01-04T13:28:59.880" v="1162" actId="27636"/>
          <ac:spMkLst>
            <pc:docMk/>
            <pc:sldMk cId="4140512607" sldId="265"/>
            <ac:spMk id="3" creationId="{2C0596FF-465B-A23C-C750-2D6396B4A113}"/>
          </ac:spMkLst>
        </pc:spChg>
      </pc:sldChg>
      <pc:sldChg chg="addSp delSp modSp new mod">
        <pc:chgData name="NARAYANI LIKHITKAR" userId="126bc1171fd370f8" providerId="LiveId" clId="{C214E030-27B5-4CF5-9F1B-7768C8D98487}" dt="2026-01-04T13:29:51.154" v="1173" actId="20577"/>
        <pc:sldMkLst>
          <pc:docMk/>
          <pc:sldMk cId="1701558977" sldId="266"/>
        </pc:sldMkLst>
        <pc:spChg chg="mod">
          <ac:chgData name="NARAYANI LIKHITKAR" userId="126bc1171fd370f8" providerId="LiveId" clId="{C214E030-27B5-4CF5-9F1B-7768C8D98487}" dt="2026-01-04T13:20:56.966" v="1131" actId="1076"/>
          <ac:spMkLst>
            <pc:docMk/>
            <pc:sldMk cId="1701558977" sldId="266"/>
            <ac:spMk id="2" creationId="{9425D23D-CB79-0B73-5E5A-0F781AEF8A32}"/>
          </ac:spMkLst>
        </pc:spChg>
        <pc:spChg chg="del mod">
          <ac:chgData name="NARAYANI LIKHITKAR" userId="126bc1171fd370f8" providerId="LiveId" clId="{C214E030-27B5-4CF5-9F1B-7768C8D98487}" dt="2026-01-04T13:29:16.776" v="1163"/>
          <ac:spMkLst>
            <pc:docMk/>
            <pc:sldMk cId="1701558977" sldId="266"/>
            <ac:spMk id="3" creationId="{2BCDCEF0-D872-0F09-0F2F-7521293CBF1A}"/>
          </ac:spMkLst>
        </pc:spChg>
        <pc:spChg chg="add mod">
          <ac:chgData name="NARAYANI LIKHITKAR" userId="126bc1171fd370f8" providerId="LiveId" clId="{C214E030-27B5-4CF5-9F1B-7768C8D98487}" dt="2026-01-04T13:29:51.154" v="1173" actId="20577"/>
          <ac:spMkLst>
            <pc:docMk/>
            <pc:sldMk cId="1701558977" sldId="266"/>
            <ac:spMk id="4" creationId="{6964A52C-E52B-E7D3-D12E-E6065523EFF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9953D-0660-49C1-B8B8-A6C282B2A7F3}" type="doc">
      <dgm:prSet loTypeId="urn:microsoft.com/office/officeart/2005/8/layout/rings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12DBA-3DCF-481A-B6AF-510E8E3B5FB6}">
      <dgm:prSet phldrT="[Text]" phldr="0" custT="1"/>
      <dgm:spPr/>
      <dgm:t>
        <a:bodyPr/>
        <a:lstStyle/>
        <a:p>
          <a:r>
            <a:rPr lang="en-US" sz="1400" b="1" dirty="0"/>
            <a:t>Shelf-Life </a:t>
          </a:r>
        </a:p>
        <a:p>
          <a:r>
            <a:rPr lang="en-IN" sz="1400" b="1" dirty="0"/>
            <a:t>Production</a:t>
          </a:r>
        </a:p>
        <a:p>
          <a:r>
            <a:rPr lang="en-IN" sz="1400" b="1" dirty="0"/>
            <a:t>Engine</a:t>
          </a:r>
        </a:p>
      </dgm:t>
    </dgm:pt>
    <dgm:pt modelId="{59B5B337-3825-4933-B6FA-F95E413CB553}" type="parTrans" cxnId="{6DC78FC3-C60B-42B3-9334-9622B5CEC7DF}">
      <dgm:prSet/>
      <dgm:spPr/>
      <dgm:t>
        <a:bodyPr/>
        <a:lstStyle/>
        <a:p>
          <a:endParaRPr lang="en-IN"/>
        </a:p>
      </dgm:t>
    </dgm:pt>
    <dgm:pt modelId="{8383B589-4044-4CC7-9A60-7709D949C2C7}" type="sibTrans" cxnId="{6DC78FC3-C60B-42B3-9334-9622B5CEC7DF}">
      <dgm:prSet/>
      <dgm:spPr/>
      <dgm:t>
        <a:bodyPr/>
        <a:lstStyle/>
        <a:p>
          <a:endParaRPr lang="en-IN"/>
        </a:p>
      </dgm:t>
    </dgm:pt>
    <dgm:pt modelId="{07E2941C-2B17-4B9E-B0E6-2B27213D1B1F}">
      <dgm:prSet phldrT="[Text]" phldr="1"/>
      <dgm:spPr/>
      <dgm:t>
        <a:bodyPr/>
        <a:lstStyle/>
        <a:p>
          <a:endParaRPr lang="en-IN" dirty="0"/>
        </a:p>
      </dgm:t>
    </dgm:pt>
    <dgm:pt modelId="{AFC3A559-895D-4692-864B-5DF8EC886754}" type="parTrans" cxnId="{080A7D44-DD4D-49F6-8D75-9A939421CC10}">
      <dgm:prSet/>
      <dgm:spPr/>
      <dgm:t>
        <a:bodyPr/>
        <a:lstStyle/>
        <a:p>
          <a:endParaRPr lang="en-IN"/>
        </a:p>
      </dgm:t>
    </dgm:pt>
    <dgm:pt modelId="{13533D1E-43FF-498D-98C9-FE989E47F022}" type="sibTrans" cxnId="{080A7D44-DD4D-49F6-8D75-9A939421CC10}">
      <dgm:prSet/>
      <dgm:spPr/>
      <dgm:t>
        <a:bodyPr/>
        <a:lstStyle/>
        <a:p>
          <a:endParaRPr lang="en-IN"/>
        </a:p>
      </dgm:t>
    </dgm:pt>
    <dgm:pt modelId="{B9D65584-1DDB-4E8E-BE98-46BB57EAE646}">
      <dgm:prSet phldrT="[Text]"/>
      <dgm:spPr/>
      <dgm:t>
        <a:bodyPr/>
        <a:lstStyle/>
        <a:p>
          <a:endParaRPr lang="en-IN" dirty="0"/>
        </a:p>
      </dgm:t>
    </dgm:pt>
    <dgm:pt modelId="{C29ED5F3-BF1B-4560-82AE-2B3D7E6FDCE9}" type="parTrans" cxnId="{E5C214D6-0F51-469F-9A3E-C05EC054E250}">
      <dgm:prSet/>
      <dgm:spPr/>
      <dgm:t>
        <a:bodyPr/>
        <a:lstStyle/>
        <a:p>
          <a:endParaRPr lang="en-IN"/>
        </a:p>
      </dgm:t>
    </dgm:pt>
    <dgm:pt modelId="{C2C3C5EC-92E0-4459-9407-569ADECE743A}" type="sibTrans" cxnId="{E5C214D6-0F51-469F-9A3E-C05EC054E250}">
      <dgm:prSet/>
      <dgm:spPr/>
      <dgm:t>
        <a:bodyPr/>
        <a:lstStyle/>
        <a:p>
          <a:endParaRPr lang="en-IN"/>
        </a:p>
      </dgm:t>
    </dgm:pt>
    <dgm:pt modelId="{74BC59F0-3583-471B-8AC7-1E90391413D0}">
      <dgm:prSet phldrT="[Text]"/>
      <dgm:spPr/>
      <dgm:t>
        <a:bodyPr/>
        <a:lstStyle/>
        <a:p>
          <a:endParaRPr lang="en-IN" dirty="0"/>
        </a:p>
      </dgm:t>
    </dgm:pt>
    <dgm:pt modelId="{767527DB-D557-406D-BE03-C33FB38DE88A}" type="parTrans" cxnId="{5F928458-16A7-47DA-A5BE-08AD32A70C3E}">
      <dgm:prSet/>
      <dgm:spPr/>
      <dgm:t>
        <a:bodyPr/>
        <a:lstStyle/>
        <a:p>
          <a:endParaRPr lang="en-IN"/>
        </a:p>
      </dgm:t>
    </dgm:pt>
    <dgm:pt modelId="{DDD6FD59-E287-4C92-8743-C8E27BFDA3E4}" type="sibTrans" cxnId="{5F928458-16A7-47DA-A5BE-08AD32A70C3E}">
      <dgm:prSet/>
      <dgm:spPr/>
      <dgm:t>
        <a:bodyPr/>
        <a:lstStyle/>
        <a:p>
          <a:endParaRPr lang="en-IN"/>
        </a:p>
      </dgm:t>
    </dgm:pt>
    <dgm:pt modelId="{4F9255FB-DFB3-4A29-B4F0-F88D5BA923C5}">
      <dgm:prSet phldrT="[Text]"/>
      <dgm:spPr/>
      <dgm:t>
        <a:bodyPr/>
        <a:lstStyle/>
        <a:p>
          <a:endParaRPr lang="en-IN" dirty="0"/>
        </a:p>
      </dgm:t>
    </dgm:pt>
    <dgm:pt modelId="{FEE995C4-0865-4C65-9CF4-3A0F60E402A4}" type="parTrans" cxnId="{A2AD758C-4600-4BD8-9138-822D44B0DFAF}">
      <dgm:prSet/>
      <dgm:spPr/>
      <dgm:t>
        <a:bodyPr/>
        <a:lstStyle/>
        <a:p>
          <a:endParaRPr lang="en-IN"/>
        </a:p>
      </dgm:t>
    </dgm:pt>
    <dgm:pt modelId="{50608F86-4353-49B1-9817-B95EDE593172}" type="sibTrans" cxnId="{A2AD758C-4600-4BD8-9138-822D44B0DFAF}">
      <dgm:prSet/>
      <dgm:spPr/>
      <dgm:t>
        <a:bodyPr/>
        <a:lstStyle/>
        <a:p>
          <a:endParaRPr lang="en-IN"/>
        </a:p>
      </dgm:t>
    </dgm:pt>
    <dgm:pt modelId="{FBC063FF-DEB2-4730-BF00-FA85F187662E}">
      <dgm:prSet phldrT="[Text]"/>
      <dgm:spPr/>
      <dgm:t>
        <a:bodyPr/>
        <a:lstStyle/>
        <a:p>
          <a:endParaRPr lang="en-IN" dirty="0"/>
        </a:p>
      </dgm:t>
    </dgm:pt>
    <dgm:pt modelId="{89E58438-FB7C-434F-8990-92401BEF95D2}" type="parTrans" cxnId="{C8C65532-2B6E-488B-BAF1-C0207FA61CA6}">
      <dgm:prSet/>
      <dgm:spPr/>
      <dgm:t>
        <a:bodyPr/>
        <a:lstStyle/>
        <a:p>
          <a:endParaRPr lang="en-IN"/>
        </a:p>
      </dgm:t>
    </dgm:pt>
    <dgm:pt modelId="{572DA877-5B7E-4E54-8845-FB11C3A89C13}" type="sibTrans" cxnId="{C8C65532-2B6E-488B-BAF1-C0207FA61CA6}">
      <dgm:prSet/>
      <dgm:spPr/>
      <dgm:t>
        <a:bodyPr/>
        <a:lstStyle/>
        <a:p>
          <a:endParaRPr lang="en-IN"/>
        </a:p>
      </dgm:t>
    </dgm:pt>
    <dgm:pt modelId="{67592726-F9DF-42B0-8CB5-DB8157F3AD9D}">
      <dgm:prSet phldrT="[Text]"/>
      <dgm:spPr/>
      <dgm:t>
        <a:bodyPr/>
        <a:lstStyle/>
        <a:p>
          <a:endParaRPr lang="en-IN" dirty="0"/>
        </a:p>
      </dgm:t>
    </dgm:pt>
    <dgm:pt modelId="{CDB790A7-94E1-4F7C-916B-37366F46A9C0}" type="parTrans" cxnId="{C59C05F3-AF7F-4A47-BA7A-3AAF081AE708}">
      <dgm:prSet/>
      <dgm:spPr/>
      <dgm:t>
        <a:bodyPr/>
        <a:lstStyle/>
        <a:p>
          <a:endParaRPr lang="en-IN"/>
        </a:p>
      </dgm:t>
    </dgm:pt>
    <dgm:pt modelId="{7880C076-9C9B-4CAC-894F-29DB48556BC6}" type="sibTrans" cxnId="{C59C05F3-AF7F-4A47-BA7A-3AAF081AE708}">
      <dgm:prSet/>
      <dgm:spPr/>
      <dgm:t>
        <a:bodyPr/>
        <a:lstStyle/>
        <a:p>
          <a:endParaRPr lang="en-IN"/>
        </a:p>
      </dgm:t>
    </dgm:pt>
    <dgm:pt modelId="{B7E80F66-3850-4107-8737-DC7B327051B8}">
      <dgm:prSet phldrT="[Text]" phldr="1"/>
      <dgm:spPr/>
      <dgm:t>
        <a:bodyPr/>
        <a:lstStyle/>
        <a:p>
          <a:endParaRPr lang="en-IN" dirty="0"/>
        </a:p>
      </dgm:t>
    </dgm:pt>
    <dgm:pt modelId="{862CCBA4-4B48-41A2-BE49-5334EBAFCDDC}" type="parTrans" cxnId="{54D1F1C9-8ACB-4C16-B94C-2994DB4142C6}">
      <dgm:prSet/>
      <dgm:spPr/>
      <dgm:t>
        <a:bodyPr/>
        <a:lstStyle/>
        <a:p>
          <a:endParaRPr lang="en-IN"/>
        </a:p>
      </dgm:t>
    </dgm:pt>
    <dgm:pt modelId="{C862462D-D8D2-444B-8373-E8EB0AA52BDD}" type="sibTrans" cxnId="{54D1F1C9-8ACB-4C16-B94C-2994DB4142C6}">
      <dgm:prSet/>
      <dgm:spPr/>
      <dgm:t>
        <a:bodyPr/>
        <a:lstStyle/>
        <a:p>
          <a:endParaRPr lang="en-IN"/>
        </a:p>
      </dgm:t>
    </dgm:pt>
    <dgm:pt modelId="{3665A8FD-342C-4A73-976B-A1C579E2240D}">
      <dgm:prSet phldrT="[Text]" phldr="0" custT="1"/>
      <dgm:spPr/>
      <dgm:t>
        <a:bodyPr/>
        <a:lstStyle/>
        <a:p>
          <a:r>
            <a:rPr lang="en-US" sz="1600" b="1" dirty="0"/>
            <a:t>Vision</a:t>
          </a:r>
        </a:p>
        <a:p>
          <a:r>
            <a:rPr lang="en-IN" sz="1600" b="1" dirty="0"/>
            <a:t>Based</a:t>
          </a:r>
        </a:p>
        <a:p>
          <a:r>
            <a:rPr lang="en-IN" sz="1600" b="1" dirty="0"/>
            <a:t>detection</a:t>
          </a:r>
        </a:p>
      </dgm:t>
    </dgm:pt>
    <dgm:pt modelId="{92F7B906-F45D-4461-AE29-64EAF3EAB47A}" type="parTrans" cxnId="{67787009-E8C5-4802-AC83-3051C1B629A0}">
      <dgm:prSet/>
      <dgm:spPr/>
      <dgm:t>
        <a:bodyPr/>
        <a:lstStyle/>
        <a:p>
          <a:endParaRPr lang="en-IN"/>
        </a:p>
      </dgm:t>
    </dgm:pt>
    <dgm:pt modelId="{35215343-E8CF-4AA0-AA67-3480E6E7C7F5}" type="sibTrans" cxnId="{67787009-E8C5-4802-AC83-3051C1B629A0}">
      <dgm:prSet/>
      <dgm:spPr/>
      <dgm:t>
        <a:bodyPr/>
        <a:lstStyle/>
        <a:p>
          <a:endParaRPr lang="en-IN"/>
        </a:p>
      </dgm:t>
    </dgm:pt>
    <dgm:pt modelId="{D4DB17E6-D753-4751-B82A-0F313E28FF32}">
      <dgm:prSet phldrT="[Text]" phldr="0" custT="1"/>
      <dgm:spPr/>
      <dgm:t>
        <a:bodyPr/>
        <a:lstStyle/>
        <a:p>
          <a:r>
            <a:rPr lang="en-US" sz="1400" b="1" dirty="0"/>
            <a:t>Multi-Stakeholder</a:t>
          </a:r>
        </a:p>
        <a:p>
          <a:r>
            <a:rPr lang="en-IN" sz="1400" b="1" dirty="0" err="1"/>
            <a:t>Paltform</a:t>
          </a:r>
          <a:endParaRPr lang="en-IN" sz="1400" b="1" dirty="0"/>
        </a:p>
      </dgm:t>
    </dgm:pt>
    <dgm:pt modelId="{19681EED-1EDB-41C9-8A99-61D26FD45189}" type="parTrans" cxnId="{A2437788-8EEA-4015-9169-4E2C6C3334E1}">
      <dgm:prSet/>
      <dgm:spPr/>
      <dgm:t>
        <a:bodyPr/>
        <a:lstStyle/>
        <a:p>
          <a:endParaRPr lang="en-IN"/>
        </a:p>
      </dgm:t>
    </dgm:pt>
    <dgm:pt modelId="{C222EB29-121E-4BF0-A1A5-A9569406FF9E}" type="sibTrans" cxnId="{A2437788-8EEA-4015-9169-4E2C6C3334E1}">
      <dgm:prSet/>
      <dgm:spPr/>
      <dgm:t>
        <a:bodyPr/>
        <a:lstStyle/>
        <a:p>
          <a:endParaRPr lang="en-IN"/>
        </a:p>
      </dgm:t>
    </dgm:pt>
    <dgm:pt modelId="{44BAFB89-9DE8-446A-9816-D8C0F7E912B7}">
      <dgm:prSet phldrT="[Text]" phldr="0" custT="1"/>
      <dgm:spPr/>
      <dgm:t>
        <a:bodyPr/>
        <a:lstStyle/>
        <a:p>
          <a:r>
            <a:rPr lang="en-US" sz="1400" b="1" dirty="0"/>
            <a:t>Personalized</a:t>
          </a:r>
        </a:p>
        <a:p>
          <a:r>
            <a:rPr lang="en-IN" sz="1400" b="1" dirty="0"/>
            <a:t>Health &amp;</a:t>
          </a:r>
        </a:p>
        <a:p>
          <a:r>
            <a:rPr lang="en-IN" sz="1400" b="1" dirty="0"/>
            <a:t>Nutrition</a:t>
          </a:r>
        </a:p>
        <a:p>
          <a:r>
            <a:rPr lang="en-IN" sz="1400" b="1" dirty="0"/>
            <a:t>Insights</a:t>
          </a:r>
        </a:p>
      </dgm:t>
    </dgm:pt>
    <dgm:pt modelId="{C3A796D0-E048-4671-81ED-CAF9541474A3}" type="parTrans" cxnId="{28119109-D473-4375-949F-9F8509B41808}">
      <dgm:prSet/>
      <dgm:spPr/>
      <dgm:t>
        <a:bodyPr/>
        <a:lstStyle/>
        <a:p>
          <a:endParaRPr lang="en-IN"/>
        </a:p>
      </dgm:t>
    </dgm:pt>
    <dgm:pt modelId="{1205A090-6B9A-437B-BA2D-1A269E49DD70}" type="sibTrans" cxnId="{28119109-D473-4375-949F-9F8509B41808}">
      <dgm:prSet/>
      <dgm:spPr/>
      <dgm:t>
        <a:bodyPr/>
        <a:lstStyle/>
        <a:p>
          <a:endParaRPr lang="en-IN"/>
        </a:p>
      </dgm:t>
    </dgm:pt>
    <dgm:pt modelId="{763CF84F-3F75-4653-9104-6CC510C3C503}">
      <dgm:prSet phldrT="[Text]" phldr="1"/>
      <dgm:spPr/>
      <dgm:t>
        <a:bodyPr/>
        <a:lstStyle/>
        <a:p>
          <a:endParaRPr lang="en-IN" dirty="0"/>
        </a:p>
      </dgm:t>
    </dgm:pt>
    <dgm:pt modelId="{C16A7018-6587-4F8D-AE71-E22E5A63FEA0}" type="parTrans" cxnId="{0485D085-A16D-46B1-911C-3433809C6AB4}">
      <dgm:prSet/>
      <dgm:spPr/>
      <dgm:t>
        <a:bodyPr/>
        <a:lstStyle/>
        <a:p>
          <a:endParaRPr lang="en-IN"/>
        </a:p>
      </dgm:t>
    </dgm:pt>
    <dgm:pt modelId="{F9B8639A-5DFA-4044-BB77-77BDF70442B5}" type="sibTrans" cxnId="{0485D085-A16D-46B1-911C-3433809C6AB4}">
      <dgm:prSet/>
      <dgm:spPr/>
      <dgm:t>
        <a:bodyPr/>
        <a:lstStyle/>
        <a:p>
          <a:endParaRPr lang="en-IN"/>
        </a:p>
      </dgm:t>
    </dgm:pt>
    <dgm:pt modelId="{81F33622-76F9-4254-9C5C-891172704D46}">
      <dgm:prSet phldrT="[Text]"/>
      <dgm:spPr/>
      <dgm:t>
        <a:bodyPr/>
        <a:lstStyle/>
        <a:p>
          <a:endParaRPr lang="en-IN" dirty="0"/>
        </a:p>
      </dgm:t>
    </dgm:pt>
    <dgm:pt modelId="{66FC2206-B1AC-4435-9F80-6176887CFBA6}" type="parTrans" cxnId="{C62D3493-2BAB-4D17-AF57-A27063E74DE2}">
      <dgm:prSet/>
      <dgm:spPr/>
      <dgm:t>
        <a:bodyPr/>
        <a:lstStyle/>
        <a:p>
          <a:endParaRPr lang="en-IN"/>
        </a:p>
      </dgm:t>
    </dgm:pt>
    <dgm:pt modelId="{C24EA89E-EF4D-4021-A66C-B49D3C50F466}" type="sibTrans" cxnId="{C62D3493-2BAB-4D17-AF57-A27063E74DE2}">
      <dgm:prSet/>
      <dgm:spPr/>
      <dgm:t>
        <a:bodyPr/>
        <a:lstStyle/>
        <a:p>
          <a:endParaRPr lang="en-IN"/>
        </a:p>
      </dgm:t>
    </dgm:pt>
    <dgm:pt modelId="{5DDDC7A9-CF93-41C7-96BA-28BE55BF58A7}">
      <dgm:prSet phldrT="[Text]" phldr="1"/>
      <dgm:spPr/>
      <dgm:t>
        <a:bodyPr/>
        <a:lstStyle/>
        <a:p>
          <a:endParaRPr lang="en-IN" dirty="0"/>
        </a:p>
      </dgm:t>
    </dgm:pt>
    <dgm:pt modelId="{9AB846DF-5057-4041-BCC1-C9803705DB42}" type="parTrans" cxnId="{A35028B9-DC6F-4E21-AA81-69BC21357141}">
      <dgm:prSet/>
      <dgm:spPr/>
      <dgm:t>
        <a:bodyPr/>
        <a:lstStyle/>
        <a:p>
          <a:endParaRPr lang="en-IN"/>
        </a:p>
      </dgm:t>
    </dgm:pt>
    <dgm:pt modelId="{DDF57392-4978-4179-9086-B0471026A211}" type="sibTrans" cxnId="{A35028B9-DC6F-4E21-AA81-69BC21357141}">
      <dgm:prSet/>
      <dgm:spPr/>
      <dgm:t>
        <a:bodyPr/>
        <a:lstStyle/>
        <a:p>
          <a:endParaRPr lang="en-IN"/>
        </a:p>
      </dgm:t>
    </dgm:pt>
    <dgm:pt modelId="{8609CAF8-7B17-4B22-B349-4FD48BE2B448}">
      <dgm:prSet phldrT="[Text]" phldr="0" custT="1"/>
      <dgm:spPr/>
      <dgm:t>
        <a:bodyPr/>
        <a:lstStyle/>
        <a:p>
          <a:r>
            <a:rPr lang="en-US" sz="1400" b="1" dirty="0"/>
            <a:t>Standardized</a:t>
          </a:r>
        </a:p>
        <a:p>
          <a:r>
            <a:rPr lang="en-IN" sz="1400" b="1" dirty="0"/>
            <a:t>Quality</a:t>
          </a:r>
        </a:p>
        <a:p>
          <a:r>
            <a:rPr lang="en-IN" sz="1400" b="1" dirty="0"/>
            <a:t>Grading</a:t>
          </a:r>
        </a:p>
        <a:p>
          <a:r>
            <a:rPr lang="en-IN" sz="1400" b="1" dirty="0"/>
            <a:t>System</a:t>
          </a:r>
        </a:p>
      </dgm:t>
    </dgm:pt>
    <dgm:pt modelId="{A526EA34-F333-4786-A2D2-0271DAFB2F04}" type="parTrans" cxnId="{51374BDB-76B0-4DEC-A89A-841FED5E5A5B}">
      <dgm:prSet/>
      <dgm:spPr/>
      <dgm:t>
        <a:bodyPr/>
        <a:lstStyle/>
        <a:p>
          <a:endParaRPr lang="en-IN"/>
        </a:p>
      </dgm:t>
    </dgm:pt>
    <dgm:pt modelId="{6805EB84-C0ED-498E-BCF5-5C552522372D}" type="sibTrans" cxnId="{51374BDB-76B0-4DEC-A89A-841FED5E5A5B}">
      <dgm:prSet/>
      <dgm:spPr/>
      <dgm:t>
        <a:bodyPr/>
        <a:lstStyle/>
        <a:p>
          <a:endParaRPr lang="en-IN"/>
        </a:p>
      </dgm:t>
    </dgm:pt>
    <dgm:pt modelId="{EB8B5AC9-51E7-4B6A-8535-7E53AA5246E8}">
      <dgm:prSet phldrT="[Text]"/>
      <dgm:spPr/>
      <dgm:t>
        <a:bodyPr/>
        <a:lstStyle/>
        <a:p>
          <a:endParaRPr lang="en-IN" dirty="0"/>
        </a:p>
      </dgm:t>
    </dgm:pt>
    <dgm:pt modelId="{03A96B8A-A080-4A42-83C0-894A048D8C17}" type="parTrans" cxnId="{D56A8259-5C54-485E-88B1-23F74E92FE7C}">
      <dgm:prSet/>
      <dgm:spPr/>
      <dgm:t>
        <a:bodyPr/>
        <a:lstStyle/>
        <a:p>
          <a:endParaRPr lang="en-IN"/>
        </a:p>
      </dgm:t>
    </dgm:pt>
    <dgm:pt modelId="{1A1DBFFC-FB2B-47A2-9792-4F2A955CF0A2}" type="sibTrans" cxnId="{D56A8259-5C54-485E-88B1-23F74E92FE7C}">
      <dgm:prSet/>
      <dgm:spPr/>
      <dgm:t>
        <a:bodyPr/>
        <a:lstStyle/>
        <a:p>
          <a:endParaRPr lang="en-IN"/>
        </a:p>
      </dgm:t>
    </dgm:pt>
    <dgm:pt modelId="{EB7392D9-9497-4B57-8128-FD0C0E650DF6}">
      <dgm:prSet phldrT="[Text]"/>
      <dgm:spPr/>
      <dgm:t>
        <a:bodyPr/>
        <a:lstStyle/>
        <a:p>
          <a:endParaRPr lang="en-IN" dirty="0"/>
        </a:p>
      </dgm:t>
    </dgm:pt>
    <dgm:pt modelId="{15319E66-1F52-47B0-8700-F31854BB51BF}" type="parTrans" cxnId="{31AA052E-87E5-498D-BE05-AE2B4470F6AA}">
      <dgm:prSet/>
      <dgm:spPr/>
      <dgm:t>
        <a:bodyPr/>
        <a:lstStyle/>
        <a:p>
          <a:endParaRPr lang="en-IN"/>
        </a:p>
      </dgm:t>
    </dgm:pt>
    <dgm:pt modelId="{32732010-C6DD-4408-A1DF-6BEDBEBC18B4}" type="sibTrans" cxnId="{31AA052E-87E5-498D-BE05-AE2B4470F6AA}">
      <dgm:prSet/>
      <dgm:spPr/>
      <dgm:t>
        <a:bodyPr/>
        <a:lstStyle/>
        <a:p>
          <a:endParaRPr lang="en-IN"/>
        </a:p>
      </dgm:t>
    </dgm:pt>
    <dgm:pt modelId="{609CE445-8785-482E-9482-259F13A90BBE}">
      <dgm:prSet phldrT="[Text]" phldr="1"/>
      <dgm:spPr/>
      <dgm:t>
        <a:bodyPr/>
        <a:lstStyle/>
        <a:p>
          <a:endParaRPr lang="en-IN" dirty="0"/>
        </a:p>
      </dgm:t>
    </dgm:pt>
    <dgm:pt modelId="{274B09A9-6962-4F37-820C-6760AB18952B}" type="parTrans" cxnId="{A142DC1D-CA30-47F5-A98B-4C9BFE01472F}">
      <dgm:prSet/>
      <dgm:spPr/>
      <dgm:t>
        <a:bodyPr/>
        <a:lstStyle/>
        <a:p>
          <a:endParaRPr lang="en-IN"/>
        </a:p>
      </dgm:t>
    </dgm:pt>
    <dgm:pt modelId="{67E65D54-0028-4805-B561-65BF153D50CF}" type="sibTrans" cxnId="{A142DC1D-CA30-47F5-A98B-4C9BFE01472F}">
      <dgm:prSet/>
      <dgm:spPr/>
      <dgm:t>
        <a:bodyPr/>
        <a:lstStyle/>
        <a:p>
          <a:endParaRPr lang="en-IN"/>
        </a:p>
      </dgm:t>
    </dgm:pt>
    <dgm:pt modelId="{D287F607-092C-4AF0-8E4E-E00B0B217763}">
      <dgm:prSet phldrT="[Text]" phldr="0" custT="1"/>
      <dgm:spPr/>
      <dgm:t>
        <a:bodyPr/>
        <a:lstStyle/>
        <a:p>
          <a:r>
            <a:rPr lang="en-US" sz="1400" b="1" dirty="0"/>
            <a:t>AI-Driven </a:t>
          </a:r>
        </a:p>
        <a:p>
          <a:r>
            <a:rPr lang="en-IN" sz="1400" b="1" dirty="0"/>
            <a:t>Decision</a:t>
          </a:r>
        </a:p>
        <a:p>
          <a:r>
            <a:rPr lang="en-IN" sz="1400" b="1" dirty="0"/>
            <a:t>Intelligence</a:t>
          </a:r>
        </a:p>
      </dgm:t>
    </dgm:pt>
    <dgm:pt modelId="{6F61B7CF-83D1-4618-80CA-3FB208E9DB4E}" type="parTrans" cxnId="{14E50F3C-2861-4090-93DD-D41AC63265E8}">
      <dgm:prSet/>
      <dgm:spPr/>
      <dgm:t>
        <a:bodyPr/>
        <a:lstStyle/>
        <a:p>
          <a:endParaRPr lang="en-IN"/>
        </a:p>
      </dgm:t>
    </dgm:pt>
    <dgm:pt modelId="{73E1DC7F-D85C-444F-A3A7-07E63279641A}" type="sibTrans" cxnId="{14E50F3C-2861-4090-93DD-D41AC63265E8}">
      <dgm:prSet/>
      <dgm:spPr/>
      <dgm:t>
        <a:bodyPr/>
        <a:lstStyle/>
        <a:p>
          <a:endParaRPr lang="en-IN"/>
        </a:p>
      </dgm:t>
    </dgm:pt>
    <dgm:pt modelId="{AC8B27C5-FF1A-4AAF-89D4-B0B09AC48E02}">
      <dgm:prSet phldrT="[Text]" phldr="0" custT="1"/>
      <dgm:spPr/>
      <dgm:t>
        <a:bodyPr/>
        <a:lstStyle/>
        <a:p>
          <a:r>
            <a:rPr lang="en-US" sz="1400" b="1" dirty="0"/>
            <a:t>Sustainability</a:t>
          </a:r>
        </a:p>
        <a:p>
          <a:r>
            <a:rPr lang="en-IN" sz="1400" b="1" dirty="0"/>
            <a:t>Impact</a:t>
          </a:r>
        </a:p>
        <a:p>
          <a:r>
            <a:rPr lang="en-IN" sz="1400" b="1" dirty="0"/>
            <a:t>Estimation</a:t>
          </a:r>
        </a:p>
      </dgm:t>
    </dgm:pt>
    <dgm:pt modelId="{F5D2324C-A906-46E5-94C5-B9E6C5475B73}" type="parTrans" cxnId="{0B89640D-7AEA-4B0B-A89B-A435F0495546}">
      <dgm:prSet/>
      <dgm:spPr/>
      <dgm:t>
        <a:bodyPr/>
        <a:lstStyle/>
        <a:p>
          <a:endParaRPr lang="en-IN"/>
        </a:p>
      </dgm:t>
    </dgm:pt>
    <dgm:pt modelId="{CA5A6DA7-A4DF-44D5-976E-2A92BB7B3D29}" type="sibTrans" cxnId="{0B89640D-7AEA-4B0B-A89B-A435F0495546}">
      <dgm:prSet/>
      <dgm:spPr/>
      <dgm:t>
        <a:bodyPr/>
        <a:lstStyle/>
        <a:p>
          <a:endParaRPr lang="en-IN"/>
        </a:p>
      </dgm:t>
    </dgm:pt>
    <dgm:pt modelId="{5AC59287-CD0B-4E8F-ACBB-4F001CC707BC}">
      <dgm:prSet phldrT="[Text]" phldr="1" custScaleX="67747" custScaleY="68908"/>
      <dgm:spPr/>
      <dgm:t>
        <a:bodyPr/>
        <a:lstStyle/>
        <a:p>
          <a:endParaRPr lang="en-IN" dirty="0"/>
        </a:p>
      </dgm:t>
    </dgm:pt>
    <dgm:pt modelId="{B0591A9A-3A38-477A-BCBA-9D47235B068A}" type="parTrans" cxnId="{B86F60F7-032B-4701-93B6-EF6A3917D3D3}">
      <dgm:prSet/>
      <dgm:spPr/>
      <dgm:t>
        <a:bodyPr/>
        <a:lstStyle/>
        <a:p>
          <a:endParaRPr lang="en-IN"/>
        </a:p>
      </dgm:t>
    </dgm:pt>
    <dgm:pt modelId="{69B1C9F1-9696-4152-8182-A4E97B22D0B7}" type="sibTrans" cxnId="{B86F60F7-032B-4701-93B6-EF6A3917D3D3}">
      <dgm:prSet/>
      <dgm:spPr/>
      <dgm:t>
        <a:bodyPr/>
        <a:lstStyle/>
        <a:p>
          <a:endParaRPr lang="en-IN"/>
        </a:p>
      </dgm:t>
    </dgm:pt>
    <dgm:pt modelId="{85616147-6A48-4F6B-ADC8-E6F6857B3BFC}">
      <dgm:prSet phldrT="[Text]" custScaleX="67747" custScaleY="68908" custLinFactX="-53425" custLinFactNeighborX="-100000" custLinFactNeighborY="25636"/>
      <dgm:spPr/>
      <dgm:t>
        <a:bodyPr/>
        <a:lstStyle/>
        <a:p>
          <a:endParaRPr lang="en-IN" dirty="0"/>
        </a:p>
      </dgm:t>
    </dgm:pt>
    <dgm:pt modelId="{4E53702D-7C15-4A1D-AE05-731AC9E460E6}" type="parTrans" cxnId="{67A9C7BE-0A8D-47A4-9AD8-385F74453ECB}">
      <dgm:prSet/>
      <dgm:spPr/>
      <dgm:t>
        <a:bodyPr/>
        <a:lstStyle/>
        <a:p>
          <a:endParaRPr lang="en-IN"/>
        </a:p>
      </dgm:t>
    </dgm:pt>
    <dgm:pt modelId="{0C58103D-510E-4462-AF48-1CDFE170BF65}" type="sibTrans" cxnId="{67A9C7BE-0A8D-47A4-9AD8-385F74453ECB}">
      <dgm:prSet/>
      <dgm:spPr/>
      <dgm:t>
        <a:bodyPr/>
        <a:lstStyle/>
        <a:p>
          <a:endParaRPr lang="en-IN"/>
        </a:p>
      </dgm:t>
    </dgm:pt>
    <dgm:pt modelId="{35344DC3-F051-4929-A5FB-C9E7021257C6}">
      <dgm:prSet phldrT="[Text]" custScaleX="67747" custScaleY="68908" custLinFactX="-53425" custLinFactNeighborX="-100000" custLinFactNeighborY="25636"/>
      <dgm:spPr/>
      <dgm:t>
        <a:bodyPr/>
        <a:lstStyle/>
        <a:p>
          <a:endParaRPr lang="en-IN" dirty="0"/>
        </a:p>
      </dgm:t>
    </dgm:pt>
    <dgm:pt modelId="{F7F1ACD6-1F99-4212-A661-C94A87899BBF}" type="parTrans" cxnId="{86F931A1-9FAB-4450-8074-B6A5542FF2B8}">
      <dgm:prSet/>
      <dgm:spPr/>
      <dgm:t>
        <a:bodyPr/>
        <a:lstStyle/>
        <a:p>
          <a:endParaRPr lang="en-IN"/>
        </a:p>
      </dgm:t>
    </dgm:pt>
    <dgm:pt modelId="{D61F8E8A-C97E-4207-B94C-7DBC3FE5366D}" type="sibTrans" cxnId="{86F931A1-9FAB-4450-8074-B6A5542FF2B8}">
      <dgm:prSet/>
      <dgm:spPr/>
      <dgm:t>
        <a:bodyPr/>
        <a:lstStyle/>
        <a:p>
          <a:endParaRPr lang="en-IN"/>
        </a:p>
      </dgm:t>
    </dgm:pt>
    <dgm:pt modelId="{6BB56BE9-8162-4225-AE67-5FC1AAA2A179}">
      <dgm:prSet phldrT="[Text]" custScaleX="67747" custScaleY="68908" custLinFactX="-53425" custLinFactNeighborX="-100000" custLinFactNeighborY="25636"/>
      <dgm:spPr/>
      <dgm:t>
        <a:bodyPr/>
        <a:lstStyle/>
        <a:p>
          <a:endParaRPr lang="en-IN" dirty="0"/>
        </a:p>
      </dgm:t>
    </dgm:pt>
    <dgm:pt modelId="{2808DA05-F90C-43F3-B898-457F3F8AB631}" type="parTrans" cxnId="{AEF354BE-82FF-431E-AA42-84A838DE2E77}">
      <dgm:prSet/>
      <dgm:spPr/>
      <dgm:t>
        <a:bodyPr/>
        <a:lstStyle/>
        <a:p>
          <a:endParaRPr lang="en-IN"/>
        </a:p>
      </dgm:t>
    </dgm:pt>
    <dgm:pt modelId="{0FB76450-3DE8-4803-80AA-15A07E4F735B}" type="sibTrans" cxnId="{AEF354BE-82FF-431E-AA42-84A838DE2E77}">
      <dgm:prSet/>
      <dgm:spPr/>
      <dgm:t>
        <a:bodyPr/>
        <a:lstStyle/>
        <a:p>
          <a:endParaRPr lang="en-IN"/>
        </a:p>
      </dgm:t>
    </dgm:pt>
    <dgm:pt modelId="{93C6CFC1-C660-41F9-854A-D6C1D9A4F255}">
      <dgm:prSet phldrT="[Text]" phldr="1" custScaleX="67747" custScaleY="68908" custLinFactX="-53425" custLinFactNeighborX="-100000" custLinFactNeighborY="25636"/>
      <dgm:spPr/>
      <dgm:t>
        <a:bodyPr/>
        <a:lstStyle/>
        <a:p>
          <a:endParaRPr lang="en-IN" dirty="0"/>
        </a:p>
      </dgm:t>
    </dgm:pt>
    <dgm:pt modelId="{24A777F4-6173-4D9B-8A45-6FBA063C5D5B}" type="parTrans" cxnId="{51CBF0B8-ABD6-4E31-A66B-1589A9551507}">
      <dgm:prSet/>
      <dgm:spPr/>
      <dgm:t>
        <a:bodyPr/>
        <a:lstStyle/>
        <a:p>
          <a:endParaRPr lang="en-IN"/>
        </a:p>
      </dgm:t>
    </dgm:pt>
    <dgm:pt modelId="{99910D2F-E478-43D4-9FBC-BE7D4F0E33AE}" type="sibTrans" cxnId="{51CBF0B8-ABD6-4E31-A66B-1589A9551507}">
      <dgm:prSet/>
      <dgm:spPr/>
      <dgm:t>
        <a:bodyPr/>
        <a:lstStyle/>
        <a:p>
          <a:endParaRPr lang="en-IN"/>
        </a:p>
      </dgm:t>
    </dgm:pt>
    <dgm:pt modelId="{F8C7B722-4233-4CE1-BCA6-0DD0DECCC07E}" type="pres">
      <dgm:prSet presAssocID="{9249953D-0660-49C1-B8B8-A6C282B2A7F3}" presName="Name0" presStyleCnt="0">
        <dgm:presLayoutVars>
          <dgm:chMax val="7"/>
          <dgm:dir/>
          <dgm:resizeHandles val="exact"/>
        </dgm:presLayoutVars>
      </dgm:prSet>
      <dgm:spPr/>
    </dgm:pt>
    <dgm:pt modelId="{BCAAF5F2-497B-41C7-90EA-E0977619D475}" type="pres">
      <dgm:prSet presAssocID="{9249953D-0660-49C1-B8B8-A6C282B2A7F3}" presName="ellipse1" presStyleLbl="vennNode1" presStyleIdx="0" presStyleCnt="7" custScaleX="74303" custScaleY="66791" custLinFactX="32365" custLinFactNeighborX="100000" custLinFactNeighborY="-26712">
        <dgm:presLayoutVars>
          <dgm:bulletEnabled val="1"/>
        </dgm:presLayoutVars>
      </dgm:prSet>
      <dgm:spPr/>
    </dgm:pt>
    <dgm:pt modelId="{C5FCF423-C3E8-45AC-AFCE-991019D49B87}" type="pres">
      <dgm:prSet presAssocID="{9249953D-0660-49C1-B8B8-A6C282B2A7F3}" presName="ellipse2" presStyleLbl="vennNode1" presStyleIdx="1" presStyleCnt="7" custScaleX="78515" custScaleY="72495" custLinFactNeighborX="15419" custLinFactNeighborY="-93190">
        <dgm:presLayoutVars>
          <dgm:bulletEnabled val="1"/>
        </dgm:presLayoutVars>
      </dgm:prSet>
      <dgm:spPr/>
    </dgm:pt>
    <dgm:pt modelId="{E33C2E03-56BC-4397-A1BB-AAB5AC5A6A08}" type="pres">
      <dgm:prSet presAssocID="{9249953D-0660-49C1-B8B8-A6C282B2A7F3}" presName="ellipse3" presStyleLbl="vennNode1" presStyleIdx="2" presStyleCnt="7" custScaleX="83684" custScaleY="75711" custLinFactNeighborX="-65429" custLinFactNeighborY="39482">
        <dgm:presLayoutVars>
          <dgm:bulletEnabled val="1"/>
        </dgm:presLayoutVars>
      </dgm:prSet>
      <dgm:spPr/>
    </dgm:pt>
    <dgm:pt modelId="{75A10F43-84A3-44EB-A8A5-C1FC06B8036C}" type="pres">
      <dgm:prSet presAssocID="{9249953D-0660-49C1-B8B8-A6C282B2A7F3}" presName="ellipse4" presStyleLbl="vennNode1" presStyleIdx="3" presStyleCnt="7" custScaleX="85597" custScaleY="77785" custLinFactNeighborX="-79423" custLinFactNeighborY="23912">
        <dgm:presLayoutVars>
          <dgm:bulletEnabled val="1"/>
        </dgm:presLayoutVars>
      </dgm:prSet>
      <dgm:spPr/>
    </dgm:pt>
    <dgm:pt modelId="{4DED180E-F3DB-436F-B2AD-23A5DF5E62C5}" type="pres">
      <dgm:prSet presAssocID="{9249953D-0660-49C1-B8B8-A6C282B2A7F3}" presName="ellipse5" presStyleLbl="vennNode1" presStyleIdx="4" presStyleCnt="7" custScaleX="77944" custScaleY="72082" custLinFactNeighborX="-8833" custLinFactNeighborY="-11281">
        <dgm:presLayoutVars>
          <dgm:bulletEnabled val="1"/>
        </dgm:presLayoutVars>
      </dgm:prSet>
      <dgm:spPr/>
    </dgm:pt>
    <dgm:pt modelId="{853B0E1D-BF2B-4750-A26B-4060958C74D3}" type="pres">
      <dgm:prSet presAssocID="{9249953D-0660-49C1-B8B8-A6C282B2A7F3}" presName="ellipse6" presStyleLbl="vennNode1" presStyleIdx="5" presStyleCnt="7" custScaleX="78979" custScaleY="75827" custLinFactNeighborX="-50209" custLinFactNeighborY="-20860">
        <dgm:presLayoutVars>
          <dgm:bulletEnabled val="1"/>
        </dgm:presLayoutVars>
      </dgm:prSet>
      <dgm:spPr/>
    </dgm:pt>
    <dgm:pt modelId="{26793B95-49A9-4E33-8CCB-8EF3627E4F44}" type="pres">
      <dgm:prSet presAssocID="{9249953D-0660-49C1-B8B8-A6C282B2A7F3}" presName="ellipse7" presStyleLbl="vennNode1" presStyleIdx="6" presStyleCnt="7" custScaleX="87972" custScaleY="78312" custLinFactX="-57974" custLinFactNeighborX="-100000" custLinFactNeighborY="97230">
        <dgm:presLayoutVars>
          <dgm:bulletEnabled val="1"/>
        </dgm:presLayoutVars>
      </dgm:prSet>
      <dgm:spPr/>
    </dgm:pt>
  </dgm:ptLst>
  <dgm:cxnLst>
    <dgm:cxn modelId="{67787009-E8C5-4802-AC83-3051C1B629A0}" srcId="{9249953D-0660-49C1-B8B8-A6C282B2A7F3}" destId="{3665A8FD-342C-4A73-976B-A1C579E2240D}" srcOrd="1" destOrd="0" parTransId="{92F7B906-F45D-4461-AE29-64EAF3EAB47A}" sibTransId="{35215343-E8CF-4AA0-AA67-3480E6E7C7F5}"/>
    <dgm:cxn modelId="{28119109-D473-4375-949F-9F8509B41808}" srcId="{9249953D-0660-49C1-B8B8-A6C282B2A7F3}" destId="{44BAFB89-9DE8-446A-9816-D8C0F7E912B7}" srcOrd="6" destOrd="0" parTransId="{C3A796D0-E048-4671-81ED-CAF9541474A3}" sibTransId="{1205A090-6B9A-437B-BA2D-1A269E49DD70}"/>
    <dgm:cxn modelId="{0B89640D-7AEA-4B0B-A89B-A435F0495546}" srcId="{9249953D-0660-49C1-B8B8-A6C282B2A7F3}" destId="{AC8B27C5-FF1A-4AAF-89D4-B0B09AC48E02}" srcOrd="3" destOrd="0" parTransId="{F5D2324C-A906-46E5-94C5-B9E6C5475B73}" sibTransId="{CA5A6DA7-A4DF-44D5-976E-2A92BB7B3D29}"/>
    <dgm:cxn modelId="{A142DC1D-CA30-47F5-A98B-4C9BFE01472F}" srcId="{9249953D-0660-49C1-B8B8-A6C282B2A7F3}" destId="{609CE445-8785-482E-9482-259F13A90BBE}" srcOrd="16" destOrd="0" parTransId="{274B09A9-6962-4F37-820C-6760AB18952B}" sibTransId="{67E65D54-0028-4805-B561-65BF153D50CF}"/>
    <dgm:cxn modelId="{40E7C527-4297-495E-8AAC-F2250956595B}" type="presOf" srcId="{D287F607-092C-4AF0-8E4E-E00B0B217763}" destId="{4DED180E-F3DB-436F-B2AD-23A5DF5E62C5}" srcOrd="0" destOrd="0" presId="urn:microsoft.com/office/officeart/2005/8/layout/rings+Icon"/>
    <dgm:cxn modelId="{31AA052E-87E5-498D-BE05-AE2B4470F6AA}" srcId="{9249953D-0660-49C1-B8B8-A6C282B2A7F3}" destId="{EB7392D9-9497-4B57-8128-FD0C0E650DF6}" srcOrd="15" destOrd="0" parTransId="{15319E66-1F52-47B0-8700-F31854BB51BF}" sibTransId="{32732010-C6DD-4408-A1DF-6BEDBEBC18B4}"/>
    <dgm:cxn modelId="{C8C65532-2B6E-488B-BAF1-C0207FA61CA6}" srcId="{9249953D-0660-49C1-B8B8-A6C282B2A7F3}" destId="{FBC063FF-DEB2-4730-BF00-FA85F187662E}" srcOrd="21" destOrd="0" parTransId="{89E58438-FB7C-434F-8990-92401BEF95D2}" sibTransId="{572DA877-5B7E-4E54-8845-FB11C3A89C13}"/>
    <dgm:cxn modelId="{85993236-FFC1-42B5-8079-97A73B0DFFCC}" type="presOf" srcId="{44BAFB89-9DE8-446A-9816-D8C0F7E912B7}" destId="{26793B95-49A9-4E33-8CCB-8EF3627E4F44}" srcOrd="0" destOrd="0" presId="urn:microsoft.com/office/officeart/2005/8/layout/rings+Icon"/>
    <dgm:cxn modelId="{79531239-B0A1-4B1D-8868-E2D882020B7A}" type="presOf" srcId="{8609CAF8-7B17-4B22-B349-4FD48BE2B448}" destId="{E33C2E03-56BC-4397-A1BB-AAB5AC5A6A08}" srcOrd="0" destOrd="0" presId="urn:microsoft.com/office/officeart/2005/8/layout/rings+Icon"/>
    <dgm:cxn modelId="{14E50F3C-2861-4090-93DD-D41AC63265E8}" srcId="{9249953D-0660-49C1-B8B8-A6C282B2A7F3}" destId="{D287F607-092C-4AF0-8E4E-E00B0B217763}" srcOrd="4" destOrd="0" parTransId="{6F61B7CF-83D1-4618-80CA-3FB208E9DB4E}" sibTransId="{73E1DC7F-D85C-444F-A3A7-07E63279641A}"/>
    <dgm:cxn modelId="{FC810F41-E668-497F-A236-CF99C666F544}" type="presOf" srcId="{D4DB17E6-D753-4751-B82A-0F313E28FF32}" destId="{853B0E1D-BF2B-4750-A26B-4060958C74D3}" srcOrd="0" destOrd="0" presId="urn:microsoft.com/office/officeart/2005/8/layout/rings+Icon"/>
    <dgm:cxn modelId="{080A7D44-DD4D-49F6-8D75-9A939421CC10}" srcId="{9249953D-0660-49C1-B8B8-A6C282B2A7F3}" destId="{07E2941C-2B17-4B9E-B0E6-2B27213D1B1F}" srcOrd="24" destOrd="0" parTransId="{AFC3A559-895D-4692-864B-5DF8EC886754}" sibTransId="{13533D1E-43FF-498D-98C9-FE989E47F022}"/>
    <dgm:cxn modelId="{5F928458-16A7-47DA-A5BE-08AD32A70C3E}" srcId="{9249953D-0660-49C1-B8B8-A6C282B2A7F3}" destId="{74BC59F0-3583-471B-8AC7-1E90391413D0}" srcOrd="19" destOrd="0" parTransId="{767527DB-D557-406D-BE03-C33FB38DE88A}" sibTransId="{DDD6FD59-E287-4C92-8743-C8E27BFDA3E4}"/>
    <dgm:cxn modelId="{D56A8259-5C54-485E-88B1-23F74E92FE7C}" srcId="{9249953D-0660-49C1-B8B8-A6C282B2A7F3}" destId="{EB8B5AC9-51E7-4B6A-8535-7E53AA5246E8}" srcOrd="14" destOrd="0" parTransId="{03A96B8A-A080-4A42-83C0-894A048D8C17}" sibTransId="{1A1DBFFC-FB2B-47A2-9792-4F2A955CF0A2}"/>
    <dgm:cxn modelId="{0485D085-A16D-46B1-911C-3433809C6AB4}" srcId="{9249953D-0660-49C1-B8B8-A6C282B2A7F3}" destId="{763CF84F-3F75-4653-9104-6CC510C3C503}" srcOrd="12" destOrd="0" parTransId="{C16A7018-6587-4F8D-AE71-E22E5A63FEA0}" sibTransId="{F9B8639A-5DFA-4044-BB77-77BDF70442B5}"/>
    <dgm:cxn modelId="{A2437788-8EEA-4015-9169-4E2C6C3334E1}" srcId="{9249953D-0660-49C1-B8B8-A6C282B2A7F3}" destId="{D4DB17E6-D753-4751-B82A-0F313E28FF32}" srcOrd="5" destOrd="0" parTransId="{19681EED-1EDB-41C9-8A99-61D26FD45189}" sibTransId="{C222EB29-121E-4BF0-A1A5-A9569406FF9E}"/>
    <dgm:cxn modelId="{A2AD758C-4600-4BD8-9138-822D44B0DFAF}" srcId="{9249953D-0660-49C1-B8B8-A6C282B2A7F3}" destId="{4F9255FB-DFB3-4A29-B4F0-F88D5BA923C5}" srcOrd="20" destOrd="0" parTransId="{FEE995C4-0865-4C65-9CF4-3A0F60E402A4}" sibTransId="{50608F86-4353-49B1-9817-B95EDE593172}"/>
    <dgm:cxn modelId="{C62D3493-2BAB-4D17-AF57-A27063E74DE2}" srcId="{9249953D-0660-49C1-B8B8-A6C282B2A7F3}" destId="{81F33622-76F9-4254-9C5C-891172704D46}" srcOrd="13" destOrd="0" parTransId="{66FC2206-B1AC-4435-9F80-6176887CFBA6}" sibTransId="{C24EA89E-EF4D-4021-A66C-B49D3C50F466}"/>
    <dgm:cxn modelId="{86F931A1-9FAB-4450-8074-B6A5542FF2B8}" srcId="{9249953D-0660-49C1-B8B8-A6C282B2A7F3}" destId="{35344DC3-F051-4929-A5FB-C9E7021257C6}" srcOrd="8" destOrd="0" parTransId="{F7F1ACD6-1F99-4212-A661-C94A87899BBF}" sibTransId="{D61F8E8A-C97E-4207-B94C-7DBC3FE5366D}"/>
    <dgm:cxn modelId="{4FB839A7-2428-48D9-BFB6-375D6E972F9E}" type="presOf" srcId="{61012DBA-3DCF-481A-B6AF-510E8E3B5FB6}" destId="{BCAAF5F2-497B-41C7-90EA-E0977619D475}" srcOrd="0" destOrd="0" presId="urn:microsoft.com/office/officeart/2005/8/layout/rings+Icon"/>
    <dgm:cxn modelId="{51CBF0B8-ABD6-4E31-A66B-1589A9551507}" srcId="{9249953D-0660-49C1-B8B8-A6C282B2A7F3}" destId="{93C6CFC1-C660-41F9-854A-D6C1D9A4F255}" srcOrd="10" destOrd="0" parTransId="{24A777F4-6173-4D9B-8A45-6FBA063C5D5B}" sibTransId="{99910D2F-E478-43D4-9FBC-BE7D4F0E33AE}"/>
    <dgm:cxn modelId="{A35028B9-DC6F-4E21-AA81-69BC21357141}" srcId="{9249953D-0660-49C1-B8B8-A6C282B2A7F3}" destId="{5DDDC7A9-CF93-41C7-96BA-28BE55BF58A7}" srcOrd="17" destOrd="0" parTransId="{9AB846DF-5057-4041-BCC1-C9803705DB42}" sibTransId="{DDF57392-4978-4179-9086-B0471026A211}"/>
    <dgm:cxn modelId="{AEF354BE-82FF-431E-AA42-84A838DE2E77}" srcId="{9249953D-0660-49C1-B8B8-A6C282B2A7F3}" destId="{6BB56BE9-8162-4225-AE67-5FC1AAA2A179}" srcOrd="9" destOrd="0" parTransId="{2808DA05-F90C-43F3-B898-457F3F8AB631}" sibTransId="{0FB76450-3DE8-4803-80AA-15A07E4F735B}"/>
    <dgm:cxn modelId="{67A9C7BE-0A8D-47A4-9AD8-385F74453ECB}" srcId="{9249953D-0660-49C1-B8B8-A6C282B2A7F3}" destId="{85616147-6A48-4F6B-ADC8-E6F6857B3BFC}" srcOrd="7" destOrd="0" parTransId="{4E53702D-7C15-4A1D-AE05-731AC9E460E6}" sibTransId="{0C58103D-510E-4462-AF48-1CDFE170BF65}"/>
    <dgm:cxn modelId="{6DC78FC3-C60B-42B3-9334-9622B5CEC7DF}" srcId="{9249953D-0660-49C1-B8B8-A6C282B2A7F3}" destId="{61012DBA-3DCF-481A-B6AF-510E8E3B5FB6}" srcOrd="0" destOrd="0" parTransId="{59B5B337-3825-4933-B6FA-F95E413CB553}" sibTransId="{8383B589-4044-4CC7-9A60-7709D949C2C7}"/>
    <dgm:cxn modelId="{7601CFC4-54E2-4F48-A4B4-375EA7CD6F81}" type="presOf" srcId="{9249953D-0660-49C1-B8B8-A6C282B2A7F3}" destId="{F8C7B722-4233-4CE1-BCA6-0DD0DECCC07E}" srcOrd="0" destOrd="0" presId="urn:microsoft.com/office/officeart/2005/8/layout/rings+Icon"/>
    <dgm:cxn modelId="{54D1F1C9-8ACB-4C16-B94C-2994DB4142C6}" srcId="{9249953D-0660-49C1-B8B8-A6C282B2A7F3}" destId="{B7E80F66-3850-4107-8737-DC7B327051B8}" srcOrd="23" destOrd="0" parTransId="{862CCBA4-4B48-41A2-BE49-5334EBAFCDDC}" sibTransId="{C862462D-D8D2-444B-8373-E8EB0AA52BDD}"/>
    <dgm:cxn modelId="{E5C214D6-0F51-469F-9A3E-C05EC054E250}" srcId="{9249953D-0660-49C1-B8B8-A6C282B2A7F3}" destId="{B9D65584-1DDB-4E8E-BE98-46BB57EAE646}" srcOrd="18" destOrd="0" parTransId="{C29ED5F3-BF1B-4560-82AE-2B3D7E6FDCE9}" sibTransId="{C2C3C5EC-92E0-4459-9407-569ADECE743A}"/>
    <dgm:cxn modelId="{51374BDB-76B0-4DEC-A89A-841FED5E5A5B}" srcId="{9249953D-0660-49C1-B8B8-A6C282B2A7F3}" destId="{8609CAF8-7B17-4B22-B349-4FD48BE2B448}" srcOrd="2" destOrd="0" parTransId="{A526EA34-F333-4786-A2D2-0271DAFB2F04}" sibTransId="{6805EB84-C0ED-498E-BCF5-5C552522372D}"/>
    <dgm:cxn modelId="{5DB069EF-BC1B-425C-8011-4F7BBB6086CE}" type="presOf" srcId="{AC8B27C5-FF1A-4AAF-89D4-B0B09AC48E02}" destId="{75A10F43-84A3-44EB-A8A5-C1FC06B8036C}" srcOrd="0" destOrd="0" presId="urn:microsoft.com/office/officeart/2005/8/layout/rings+Icon"/>
    <dgm:cxn modelId="{C59C05F3-AF7F-4A47-BA7A-3AAF081AE708}" srcId="{9249953D-0660-49C1-B8B8-A6C282B2A7F3}" destId="{67592726-F9DF-42B0-8CB5-DB8157F3AD9D}" srcOrd="22" destOrd="0" parTransId="{CDB790A7-94E1-4F7C-916B-37366F46A9C0}" sibTransId="{7880C076-9C9B-4CAC-894F-29DB48556BC6}"/>
    <dgm:cxn modelId="{B86F60F7-032B-4701-93B6-EF6A3917D3D3}" srcId="{9249953D-0660-49C1-B8B8-A6C282B2A7F3}" destId="{5AC59287-CD0B-4E8F-ACBB-4F001CC707BC}" srcOrd="11" destOrd="0" parTransId="{B0591A9A-3A38-477A-BCBA-9D47235B068A}" sibTransId="{69B1C9F1-9696-4152-8182-A4E97B22D0B7}"/>
    <dgm:cxn modelId="{612CDEFE-CACA-423C-BEF9-F4FC98292A06}" type="presOf" srcId="{3665A8FD-342C-4A73-976B-A1C579E2240D}" destId="{C5FCF423-C3E8-45AC-AFCE-991019D49B87}" srcOrd="0" destOrd="0" presId="urn:microsoft.com/office/officeart/2005/8/layout/rings+Icon"/>
    <dgm:cxn modelId="{262AC987-472E-437B-B998-00405625AFA4}" type="presParOf" srcId="{F8C7B722-4233-4CE1-BCA6-0DD0DECCC07E}" destId="{BCAAF5F2-497B-41C7-90EA-E0977619D475}" srcOrd="0" destOrd="0" presId="urn:microsoft.com/office/officeart/2005/8/layout/rings+Icon"/>
    <dgm:cxn modelId="{02C03A65-F3B3-483E-ABFD-0B71E6536D65}" type="presParOf" srcId="{F8C7B722-4233-4CE1-BCA6-0DD0DECCC07E}" destId="{C5FCF423-C3E8-45AC-AFCE-991019D49B87}" srcOrd="1" destOrd="0" presId="urn:microsoft.com/office/officeart/2005/8/layout/rings+Icon"/>
    <dgm:cxn modelId="{A5E38DA2-A3C3-4FC9-A7BE-B43B6B39B4CE}" type="presParOf" srcId="{F8C7B722-4233-4CE1-BCA6-0DD0DECCC07E}" destId="{E33C2E03-56BC-4397-A1BB-AAB5AC5A6A08}" srcOrd="2" destOrd="0" presId="urn:microsoft.com/office/officeart/2005/8/layout/rings+Icon"/>
    <dgm:cxn modelId="{57E2AE5D-667B-42DB-B021-916BBC9D7A6B}" type="presParOf" srcId="{F8C7B722-4233-4CE1-BCA6-0DD0DECCC07E}" destId="{75A10F43-84A3-44EB-A8A5-C1FC06B8036C}" srcOrd="3" destOrd="0" presId="urn:microsoft.com/office/officeart/2005/8/layout/rings+Icon"/>
    <dgm:cxn modelId="{3EF9FE44-643E-413C-962F-F4885B054367}" type="presParOf" srcId="{F8C7B722-4233-4CE1-BCA6-0DD0DECCC07E}" destId="{4DED180E-F3DB-436F-B2AD-23A5DF5E62C5}" srcOrd="4" destOrd="0" presId="urn:microsoft.com/office/officeart/2005/8/layout/rings+Icon"/>
    <dgm:cxn modelId="{1A538BE4-6D65-42E6-B273-26E52DB015A7}" type="presParOf" srcId="{F8C7B722-4233-4CE1-BCA6-0DD0DECCC07E}" destId="{853B0E1D-BF2B-4750-A26B-4060958C74D3}" srcOrd="5" destOrd="0" presId="urn:microsoft.com/office/officeart/2005/8/layout/rings+Icon"/>
    <dgm:cxn modelId="{28E2A233-17EE-4CD9-BF91-A4FE9324DB7E}" type="presParOf" srcId="{F8C7B722-4233-4CE1-BCA6-0DD0DECCC07E}" destId="{26793B95-49A9-4E33-8CCB-8EF3627E4F44}" srcOrd="6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A21FC2-2BC0-4A39-96D3-ADD71DCA78AE}" type="doc">
      <dgm:prSet loTypeId="urn:microsoft.com/office/officeart/2011/layout/CircleProcess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BFE7FB-6028-4CE2-B4E6-FB9C09F8B6E0}">
      <dgm:prSet phldrT="[Text]" custT="1"/>
      <dgm:spPr/>
      <dgm:t>
        <a:bodyPr/>
        <a:lstStyle/>
        <a:p>
          <a:r>
            <a:rPr lang="en-IN" sz="1600" dirty="0"/>
            <a:t>AI/ML</a:t>
          </a:r>
        </a:p>
        <a:p>
          <a:r>
            <a:rPr lang="en-IN" sz="1600" dirty="0"/>
            <a:t>&amp;</a:t>
          </a:r>
        </a:p>
        <a:p>
          <a:r>
            <a:rPr lang="en-IN" sz="1600" dirty="0"/>
            <a:t>OPENAI API</a:t>
          </a:r>
        </a:p>
      </dgm:t>
    </dgm:pt>
    <dgm:pt modelId="{C73D24B2-59B1-4F70-AC74-33A00FF5930E}" type="parTrans" cxnId="{13C2047C-8CF6-4730-BDD7-EC70E9FDC66E}">
      <dgm:prSet/>
      <dgm:spPr/>
      <dgm:t>
        <a:bodyPr/>
        <a:lstStyle/>
        <a:p>
          <a:endParaRPr lang="en-IN"/>
        </a:p>
      </dgm:t>
    </dgm:pt>
    <dgm:pt modelId="{7F9443C5-52C7-45BB-89B6-FB451BC3F0E8}" type="sibTrans" cxnId="{13C2047C-8CF6-4730-BDD7-EC70E9FDC66E}">
      <dgm:prSet/>
      <dgm:spPr/>
      <dgm:t>
        <a:bodyPr/>
        <a:lstStyle/>
        <a:p>
          <a:endParaRPr lang="en-IN"/>
        </a:p>
      </dgm:t>
    </dgm:pt>
    <dgm:pt modelId="{9C6F098E-7D4B-497D-B7A1-F36FE39FE89C}">
      <dgm:prSet phldrT="[Text]"/>
      <dgm:spPr/>
      <dgm:t>
        <a:bodyPr/>
        <a:lstStyle/>
        <a:p>
          <a:r>
            <a:rPr lang="en-IN" dirty="0"/>
            <a:t>SUSTAINABILITY</a:t>
          </a:r>
        </a:p>
        <a:p>
          <a:r>
            <a:rPr lang="en-IN" dirty="0"/>
            <a:t>&amp;</a:t>
          </a:r>
        </a:p>
        <a:p>
          <a:r>
            <a:rPr lang="en-IN" dirty="0"/>
            <a:t>ANALYTICS </a:t>
          </a:r>
        </a:p>
        <a:p>
          <a:r>
            <a:rPr lang="en-IN" dirty="0"/>
            <a:t>ENGINE</a:t>
          </a:r>
        </a:p>
      </dgm:t>
    </dgm:pt>
    <dgm:pt modelId="{FE7F382D-8287-4ED4-B033-0C48283CAD1E}" type="parTrans" cxnId="{AE7EEC13-7E80-4048-9BC0-22447C851686}">
      <dgm:prSet/>
      <dgm:spPr/>
      <dgm:t>
        <a:bodyPr/>
        <a:lstStyle/>
        <a:p>
          <a:endParaRPr lang="en-IN"/>
        </a:p>
      </dgm:t>
    </dgm:pt>
    <dgm:pt modelId="{5E25E10A-9788-4795-901E-95E74406B054}" type="sibTrans" cxnId="{AE7EEC13-7E80-4048-9BC0-22447C851686}">
      <dgm:prSet/>
      <dgm:spPr/>
      <dgm:t>
        <a:bodyPr/>
        <a:lstStyle/>
        <a:p>
          <a:endParaRPr lang="en-IN"/>
        </a:p>
      </dgm:t>
    </dgm:pt>
    <dgm:pt modelId="{943C3630-0F8F-4BA7-876D-79525252E8C6}">
      <dgm:prSet phldrT="[Text]"/>
      <dgm:spPr/>
      <dgm:t>
        <a:bodyPr/>
        <a:lstStyle/>
        <a:p>
          <a:r>
            <a:rPr lang="en-IN" dirty="0"/>
            <a:t>MONGODB </a:t>
          </a:r>
        </a:p>
      </dgm:t>
    </dgm:pt>
    <dgm:pt modelId="{1DD4E16C-F870-4653-ABAC-3D226FD98491}" type="parTrans" cxnId="{28A331AE-7DAD-4B8A-B4E4-E38856E47B9A}">
      <dgm:prSet/>
      <dgm:spPr/>
      <dgm:t>
        <a:bodyPr/>
        <a:lstStyle/>
        <a:p>
          <a:endParaRPr lang="en-IN"/>
        </a:p>
      </dgm:t>
    </dgm:pt>
    <dgm:pt modelId="{0F7514D5-AD47-40FC-B0D5-DB5C7F797537}" type="sibTrans" cxnId="{28A331AE-7DAD-4B8A-B4E4-E38856E47B9A}">
      <dgm:prSet/>
      <dgm:spPr/>
      <dgm:t>
        <a:bodyPr/>
        <a:lstStyle/>
        <a:p>
          <a:endParaRPr lang="en-IN"/>
        </a:p>
      </dgm:t>
    </dgm:pt>
    <dgm:pt modelId="{A939A56D-9BE4-4BA6-9B6A-E2CD60C5F28A}">
      <dgm:prSet phldrT="[Text]" custT="1"/>
      <dgm:spPr/>
      <dgm:t>
        <a:bodyPr/>
        <a:lstStyle/>
        <a:p>
          <a:r>
            <a:rPr lang="en-IN" sz="1600" dirty="0"/>
            <a:t>INTEGRATION </a:t>
          </a:r>
        </a:p>
      </dgm:t>
    </dgm:pt>
    <dgm:pt modelId="{E858C269-0A27-44DC-88A0-9101EE94276F}" type="parTrans" cxnId="{9FE016AA-D71D-4364-AD66-ED79829BB419}">
      <dgm:prSet/>
      <dgm:spPr/>
      <dgm:t>
        <a:bodyPr/>
        <a:lstStyle/>
        <a:p>
          <a:endParaRPr lang="en-IN"/>
        </a:p>
      </dgm:t>
    </dgm:pt>
    <dgm:pt modelId="{5EB42EFC-652A-4918-960B-ACB27315B838}" type="sibTrans" cxnId="{9FE016AA-D71D-4364-AD66-ED79829BB419}">
      <dgm:prSet/>
      <dgm:spPr/>
      <dgm:t>
        <a:bodyPr/>
        <a:lstStyle/>
        <a:p>
          <a:endParaRPr lang="en-IN"/>
        </a:p>
      </dgm:t>
    </dgm:pt>
    <dgm:pt modelId="{93E3EACE-4979-47E5-8515-4103BE396156}" type="pres">
      <dgm:prSet presAssocID="{93A21FC2-2BC0-4A39-96D3-ADD71DCA78A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F69D616-FCC5-4A3D-AFE9-CCADBA302BB1}" type="pres">
      <dgm:prSet presAssocID="{A939A56D-9BE4-4BA6-9B6A-E2CD60C5F28A}" presName="Accent4" presStyleCnt="0"/>
      <dgm:spPr/>
    </dgm:pt>
    <dgm:pt modelId="{6D3CB42C-F928-462F-967D-687105B3C2C5}" type="pres">
      <dgm:prSet presAssocID="{A939A56D-9BE4-4BA6-9B6A-E2CD60C5F28A}" presName="Accent" presStyleLbl="node1" presStyleIdx="0" presStyleCnt="4"/>
      <dgm:spPr/>
    </dgm:pt>
    <dgm:pt modelId="{EC245A9F-AA7F-453A-992C-4EA838FDA814}" type="pres">
      <dgm:prSet presAssocID="{A939A56D-9BE4-4BA6-9B6A-E2CD60C5F28A}" presName="ParentBackground4" presStyleCnt="0"/>
      <dgm:spPr/>
    </dgm:pt>
    <dgm:pt modelId="{1B98BB8E-2A61-40D7-AD15-86704EE4E889}" type="pres">
      <dgm:prSet presAssocID="{A939A56D-9BE4-4BA6-9B6A-E2CD60C5F28A}" presName="ParentBackground" presStyleLbl="fgAcc1" presStyleIdx="0" presStyleCnt="4" custLinFactNeighborX="-625" custLinFactNeighborY="-9"/>
      <dgm:spPr/>
    </dgm:pt>
    <dgm:pt modelId="{6B2EC262-766A-4C52-885D-59B8EC141223}" type="pres">
      <dgm:prSet presAssocID="{A939A56D-9BE4-4BA6-9B6A-E2CD60C5F28A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9F54101-674C-449D-8FD7-DD56938087CA}" type="pres">
      <dgm:prSet presAssocID="{943C3630-0F8F-4BA7-876D-79525252E8C6}" presName="Accent3" presStyleCnt="0"/>
      <dgm:spPr/>
    </dgm:pt>
    <dgm:pt modelId="{B570AB0A-2137-492F-8E35-AAA594735926}" type="pres">
      <dgm:prSet presAssocID="{943C3630-0F8F-4BA7-876D-79525252E8C6}" presName="Accent" presStyleLbl="node1" presStyleIdx="1" presStyleCnt="4"/>
      <dgm:spPr/>
    </dgm:pt>
    <dgm:pt modelId="{2FE550A1-38C6-40D9-8F3A-2C1020BD05F5}" type="pres">
      <dgm:prSet presAssocID="{943C3630-0F8F-4BA7-876D-79525252E8C6}" presName="ParentBackground3" presStyleCnt="0"/>
      <dgm:spPr/>
    </dgm:pt>
    <dgm:pt modelId="{37391289-E066-4B17-9822-5067BFAD2CCD}" type="pres">
      <dgm:prSet presAssocID="{943C3630-0F8F-4BA7-876D-79525252E8C6}" presName="ParentBackground" presStyleLbl="fgAcc1" presStyleIdx="1" presStyleCnt="4" custLinFactNeighborX="4779" custLinFactNeighborY="271"/>
      <dgm:spPr/>
    </dgm:pt>
    <dgm:pt modelId="{198DD51D-56ED-4695-9272-2C2550FC7840}" type="pres">
      <dgm:prSet presAssocID="{943C3630-0F8F-4BA7-876D-79525252E8C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0E5A1D2-2CCE-45BA-9671-E899BE987CCB}" type="pres">
      <dgm:prSet presAssocID="{9C6F098E-7D4B-497D-B7A1-F36FE39FE89C}" presName="Accent2" presStyleCnt="0"/>
      <dgm:spPr/>
    </dgm:pt>
    <dgm:pt modelId="{8A8EB759-B560-476E-8495-55888B1006FC}" type="pres">
      <dgm:prSet presAssocID="{9C6F098E-7D4B-497D-B7A1-F36FE39FE89C}" presName="Accent" presStyleLbl="node1" presStyleIdx="2" presStyleCnt="4"/>
      <dgm:spPr/>
    </dgm:pt>
    <dgm:pt modelId="{71C7A3FF-D843-4F68-8CD7-7968442FD24C}" type="pres">
      <dgm:prSet presAssocID="{9C6F098E-7D4B-497D-B7A1-F36FE39FE89C}" presName="ParentBackground2" presStyleCnt="0"/>
      <dgm:spPr/>
    </dgm:pt>
    <dgm:pt modelId="{41DFAE8F-E5FB-4BED-A882-2D4EC0991FF6}" type="pres">
      <dgm:prSet presAssocID="{9C6F098E-7D4B-497D-B7A1-F36FE39FE89C}" presName="ParentBackground" presStyleLbl="fgAcc1" presStyleIdx="2" presStyleCnt="4"/>
      <dgm:spPr/>
    </dgm:pt>
    <dgm:pt modelId="{121944EE-D7E0-4DB5-98ED-AA6D7D6B89BD}" type="pres">
      <dgm:prSet presAssocID="{9C6F098E-7D4B-497D-B7A1-F36FE39FE89C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981FA-1398-48B2-955D-AE4A8E1939E5}" type="pres">
      <dgm:prSet presAssocID="{A8BFE7FB-6028-4CE2-B4E6-FB9C09F8B6E0}" presName="Accent1" presStyleCnt="0"/>
      <dgm:spPr/>
    </dgm:pt>
    <dgm:pt modelId="{A09E7606-B47B-4AAE-9C7E-C37EC8BE083A}" type="pres">
      <dgm:prSet presAssocID="{A8BFE7FB-6028-4CE2-B4E6-FB9C09F8B6E0}" presName="Accent" presStyleLbl="node1" presStyleIdx="3" presStyleCnt="4"/>
      <dgm:spPr/>
    </dgm:pt>
    <dgm:pt modelId="{B5A018C9-E2BA-4DF2-8F72-A7ED03A4753D}" type="pres">
      <dgm:prSet presAssocID="{A8BFE7FB-6028-4CE2-B4E6-FB9C09F8B6E0}" presName="ParentBackground1" presStyleCnt="0"/>
      <dgm:spPr/>
    </dgm:pt>
    <dgm:pt modelId="{C2B100CD-96A2-4FD9-A314-6E0828ECC15D}" type="pres">
      <dgm:prSet presAssocID="{A8BFE7FB-6028-4CE2-B4E6-FB9C09F8B6E0}" presName="ParentBackground" presStyleLbl="fgAcc1" presStyleIdx="3" presStyleCnt="4"/>
      <dgm:spPr/>
    </dgm:pt>
    <dgm:pt modelId="{D2D99529-58C3-48B0-B1AB-ACFF1F669D0A}" type="pres">
      <dgm:prSet presAssocID="{A8BFE7FB-6028-4CE2-B4E6-FB9C09F8B6E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0D58003-84FB-4954-A2ED-C884C68498C4}" type="presOf" srcId="{A939A56D-9BE4-4BA6-9B6A-E2CD60C5F28A}" destId="{6B2EC262-766A-4C52-885D-59B8EC141223}" srcOrd="1" destOrd="0" presId="urn:microsoft.com/office/officeart/2011/layout/CircleProcess"/>
    <dgm:cxn modelId="{AE7EEC13-7E80-4048-9BC0-22447C851686}" srcId="{93A21FC2-2BC0-4A39-96D3-ADD71DCA78AE}" destId="{9C6F098E-7D4B-497D-B7A1-F36FE39FE89C}" srcOrd="1" destOrd="0" parTransId="{FE7F382D-8287-4ED4-B033-0C48283CAD1E}" sibTransId="{5E25E10A-9788-4795-901E-95E74406B054}"/>
    <dgm:cxn modelId="{76AB7415-4664-4D61-B7B8-2BA0F10626A8}" type="presOf" srcId="{9C6F098E-7D4B-497D-B7A1-F36FE39FE89C}" destId="{121944EE-D7E0-4DB5-98ED-AA6D7D6B89BD}" srcOrd="1" destOrd="0" presId="urn:microsoft.com/office/officeart/2011/layout/CircleProcess"/>
    <dgm:cxn modelId="{18AA7F2D-C6D6-4122-9D15-88B438FAE49A}" type="presOf" srcId="{943C3630-0F8F-4BA7-876D-79525252E8C6}" destId="{198DD51D-56ED-4695-9272-2C2550FC7840}" srcOrd="1" destOrd="0" presId="urn:microsoft.com/office/officeart/2011/layout/CircleProcess"/>
    <dgm:cxn modelId="{92E46B60-7A33-4D8A-803E-37B0584FF14C}" type="presOf" srcId="{93A21FC2-2BC0-4A39-96D3-ADD71DCA78AE}" destId="{93E3EACE-4979-47E5-8515-4103BE396156}" srcOrd="0" destOrd="0" presId="urn:microsoft.com/office/officeart/2011/layout/CircleProcess"/>
    <dgm:cxn modelId="{D394D34E-4CA8-4FAB-B59B-560BCE0847D4}" type="presOf" srcId="{A8BFE7FB-6028-4CE2-B4E6-FB9C09F8B6E0}" destId="{C2B100CD-96A2-4FD9-A314-6E0828ECC15D}" srcOrd="0" destOrd="0" presId="urn:microsoft.com/office/officeart/2011/layout/CircleProcess"/>
    <dgm:cxn modelId="{13C2047C-8CF6-4730-BDD7-EC70E9FDC66E}" srcId="{93A21FC2-2BC0-4A39-96D3-ADD71DCA78AE}" destId="{A8BFE7FB-6028-4CE2-B4E6-FB9C09F8B6E0}" srcOrd="0" destOrd="0" parTransId="{C73D24B2-59B1-4F70-AC74-33A00FF5930E}" sibTransId="{7F9443C5-52C7-45BB-89B6-FB451BC3F0E8}"/>
    <dgm:cxn modelId="{AC90847D-1869-4DA6-9F5D-F41C27ABC1EF}" type="presOf" srcId="{943C3630-0F8F-4BA7-876D-79525252E8C6}" destId="{37391289-E066-4B17-9822-5067BFAD2CCD}" srcOrd="0" destOrd="0" presId="urn:microsoft.com/office/officeart/2011/layout/CircleProcess"/>
    <dgm:cxn modelId="{A48236A6-B251-491E-9EA4-D39EDF3A7CA4}" type="presOf" srcId="{9C6F098E-7D4B-497D-B7A1-F36FE39FE89C}" destId="{41DFAE8F-E5FB-4BED-A882-2D4EC0991FF6}" srcOrd="0" destOrd="0" presId="urn:microsoft.com/office/officeart/2011/layout/CircleProcess"/>
    <dgm:cxn modelId="{9FE016AA-D71D-4364-AD66-ED79829BB419}" srcId="{93A21FC2-2BC0-4A39-96D3-ADD71DCA78AE}" destId="{A939A56D-9BE4-4BA6-9B6A-E2CD60C5F28A}" srcOrd="3" destOrd="0" parTransId="{E858C269-0A27-44DC-88A0-9101EE94276F}" sibTransId="{5EB42EFC-652A-4918-960B-ACB27315B838}"/>
    <dgm:cxn modelId="{28A331AE-7DAD-4B8A-B4E4-E38856E47B9A}" srcId="{93A21FC2-2BC0-4A39-96D3-ADD71DCA78AE}" destId="{943C3630-0F8F-4BA7-876D-79525252E8C6}" srcOrd="2" destOrd="0" parTransId="{1DD4E16C-F870-4653-ABAC-3D226FD98491}" sibTransId="{0F7514D5-AD47-40FC-B0D5-DB5C7F797537}"/>
    <dgm:cxn modelId="{D89BB8BD-9A7C-4A95-806A-B7D27E2E7122}" type="presOf" srcId="{A8BFE7FB-6028-4CE2-B4E6-FB9C09F8B6E0}" destId="{D2D99529-58C3-48B0-B1AB-ACFF1F669D0A}" srcOrd="1" destOrd="0" presId="urn:microsoft.com/office/officeart/2011/layout/CircleProcess"/>
    <dgm:cxn modelId="{90944DCE-96BD-47D7-8F92-0F820D0F111D}" type="presOf" srcId="{A939A56D-9BE4-4BA6-9B6A-E2CD60C5F28A}" destId="{1B98BB8E-2A61-40D7-AD15-86704EE4E889}" srcOrd="0" destOrd="0" presId="urn:microsoft.com/office/officeart/2011/layout/CircleProcess"/>
    <dgm:cxn modelId="{C196CFD2-3EF8-4FD5-A13C-F4222CFA082C}" type="presParOf" srcId="{93E3EACE-4979-47E5-8515-4103BE396156}" destId="{AF69D616-FCC5-4A3D-AFE9-CCADBA302BB1}" srcOrd="0" destOrd="0" presId="urn:microsoft.com/office/officeart/2011/layout/CircleProcess"/>
    <dgm:cxn modelId="{30871AC4-2372-4F99-8415-B4CEC89AD992}" type="presParOf" srcId="{AF69D616-FCC5-4A3D-AFE9-CCADBA302BB1}" destId="{6D3CB42C-F928-462F-967D-687105B3C2C5}" srcOrd="0" destOrd="0" presId="urn:microsoft.com/office/officeart/2011/layout/CircleProcess"/>
    <dgm:cxn modelId="{4DE1C85F-7105-4B18-8CD9-76848F75C226}" type="presParOf" srcId="{93E3EACE-4979-47E5-8515-4103BE396156}" destId="{EC245A9F-AA7F-453A-992C-4EA838FDA814}" srcOrd="1" destOrd="0" presId="urn:microsoft.com/office/officeart/2011/layout/CircleProcess"/>
    <dgm:cxn modelId="{7A2D3F0F-F896-408F-8FC4-E4D8D12D818B}" type="presParOf" srcId="{EC245A9F-AA7F-453A-992C-4EA838FDA814}" destId="{1B98BB8E-2A61-40D7-AD15-86704EE4E889}" srcOrd="0" destOrd="0" presId="urn:microsoft.com/office/officeart/2011/layout/CircleProcess"/>
    <dgm:cxn modelId="{F1B4982D-E1AA-4029-A987-FD5BAA3AA7A5}" type="presParOf" srcId="{93E3EACE-4979-47E5-8515-4103BE396156}" destId="{6B2EC262-766A-4C52-885D-59B8EC141223}" srcOrd="2" destOrd="0" presId="urn:microsoft.com/office/officeart/2011/layout/CircleProcess"/>
    <dgm:cxn modelId="{3A1B3A98-25A7-4CF5-9ECA-9169A6EAD2AD}" type="presParOf" srcId="{93E3EACE-4979-47E5-8515-4103BE396156}" destId="{E9F54101-674C-449D-8FD7-DD56938087CA}" srcOrd="3" destOrd="0" presId="urn:microsoft.com/office/officeart/2011/layout/CircleProcess"/>
    <dgm:cxn modelId="{32EF48A0-7D20-4B73-9238-711986719617}" type="presParOf" srcId="{E9F54101-674C-449D-8FD7-DD56938087CA}" destId="{B570AB0A-2137-492F-8E35-AAA594735926}" srcOrd="0" destOrd="0" presId="urn:microsoft.com/office/officeart/2011/layout/CircleProcess"/>
    <dgm:cxn modelId="{59D72108-4FDC-40C1-91A8-40C96F3CECA7}" type="presParOf" srcId="{93E3EACE-4979-47E5-8515-4103BE396156}" destId="{2FE550A1-38C6-40D9-8F3A-2C1020BD05F5}" srcOrd="4" destOrd="0" presId="urn:microsoft.com/office/officeart/2011/layout/CircleProcess"/>
    <dgm:cxn modelId="{B6606EBB-57BE-4BE3-ABCD-B05695410011}" type="presParOf" srcId="{2FE550A1-38C6-40D9-8F3A-2C1020BD05F5}" destId="{37391289-E066-4B17-9822-5067BFAD2CCD}" srcOrd="0" destOrd="0" presId="urn:microsoft.com/office/officeart/2011/layout/CircleProcess"/>
    <dgm:cxn modelId="{87EC8C5E-AF54-430D-938A-4A401A5DFE3F}" type="presParOf" srcId="{93E3EACE-4979-47E5-8515-4103BE396156}" destId="{198DD51D-56ED-4695-9272-2C2550FC7840}" srcOrd="5" destOrd="0" presId="urn:microsoft.com/office/officeart/2011/layout/CircleProcess"/>
    <dgm:cxn modelId="{81C47276-C5C8-442F-B595-B3AC35C0D6A7}" type="presParOf" srcId="{93E3EACE-4979-47E5-8515-4103BE396156}" destId="{50E5A1D2-2CCE-45BA-9671-E899BE987CCB}" srcOrd="6" destOrd="0" presId="urn:microsoft.com/office/officeart/2011/layout/CircleProcess"/>
    <dgm:cxn modelId="{26DEFDF6-DDA6-4F3C-97C7-39A46E14E6E2}" type="presParOf" srcId="{50E5A1D2-2CCE-45BA-9671-E899BE987CCB}" destId="{8A8EB759-B560-476E-8495-55888B1006FC}" srcOrd="0" destOrd="0" presId="urn:microsoft.com/office/officeart/2011/layout/CircleProcess"/>
    <dgm:cxn modelId="{9331B403-5B6A-4821-A773-93823A4E0D7A}" type="presParOf" srcId="{93E3EACE-4979-47E5-8515-4103BE396156}" destId="{71C7A3FF-D843-4F68-8CD7-7968442FD24C}" srcOrd="7" destOrd="0" presId="urn:microsoft.com/office/officeart/2011/layout/CircleProcess"/>
    <dgm:cxn modelId="{9123F24C-5839-428A-B32E-92A026087C52}" type="presParOf" srcId="{71C7A3FF-D843-4F68-8CD7-7968442FD24C}" destId="{41DFAE8F-E5FB-4BED-A882-2D4EC0991FF6}" srcOrd="0" destOrd="0" presId="urn:microsoft.com/office/officeart/2011/layout/CircleProcess"/>
    <dgm:cxn modelId="{E93655A6-BD03-4E78-B178-EC39568A2089}" type="presParOf" srcId="{93E3EACE-4979-47E5-8515-4103BE396156}" destId="{121944EE-D7E0-4DB5-98ED-AA6D7D6B89BD}" srcOrd="8" destOrd="0" presId="urn:microsoft.com/office/officeart/2011/layout/CircleProcess"/>
    <dgm:cxn modelId="{EE0B5DAE-8CED-479F-AD6D-E02A4934AFEA}" type="presParOf" srcId="{93E3EACE-4979-47E5-8515-4103BE396156}" destId="{16E981FA-1398-48B2-955D-AE4A8E1939E5}" srcOrd="9" destOrd="0" presId="urn:microsoft.com/office/officeart/2011/layout/CircleProcess"/>
    <dgm:cxn modelId="{A612C94C-F95B-4F65-97D5-D4F45658268F}" type="presParOf" srcId="{16E981FA-1398-48B2-955D-AE4A8E1939E5}" destId="{A09E7606-B47B-4AAE-9C7E-C37EC8BE083A}" srcOrd="0" destOrd="0" presId="urn:microsoft.com/office/officeart/2011/layout/CircleProcess"/>
    <dgm:cxn modelId="{A8E4CD49-BB80-4206-A9E8-E47641E72900}" type="presParOf" srcId="{93E3EACE-4979-47E5-8515-4103BE396156}" destId="{B5A018C9-E2BA-4DF2-8F72-A7ED03A4753D}" srcOrd="10" destOrd="0" presId="urn:microsoft.com/office/officeart/2011/layout/CircleProcess"/>
    <dgm:cxn modelId="{CF7529D9-9791-48BB-AD11-51F063143E6C}" type="presParOf" srcId="{B5A018C9-E2BA-4DF2-8F72-A7ED03A4753D}" destId="{C2B100CD-96A2-4FD9-A314-6E0828ECC15D}" srcOrd="0" destOrd="0" presId="urn:microsoft.com/office/officeart/2011/layout/CircleProcess"/>
    <dgm:cxn modelId="{E05D1EAB-B28C-4470-98AA-7A53CC833104}" type="presParOf" srcId="{93E3EACE-4979-47E5-8515-4103BE396156}" destId="{D2D99529-58C3-48B0-B1AB-ACFF1F669D0A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A21FC2-2BC0-4A39-96D3-ADD71DCA78AE}" type="doc">
      <dgm:prSet loTypeId="urn:microsoft.com/office/officeart/2011/layout/CircleProcess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BFE7FB-6028-4CE2-B4E6-FB9C09F8B6E0}">
      <dgm:prSet phldrT="[Text]" phldr="0" custT="1"/>
      <dgm:spPr/>
      <dgm:t>
        <a:bodyPr/>
        <a:lstStyle/>
        <a:p>
          <a:r>
            <a:rPr lang="en-US" sz="1600" dirty="0"/>
            <a:t>USER/FRAMER</a:t>
          </a:r>
        </a:p>
      </dgm:t>
    </dgm:pt>
    <dgm:pt modelId="{C73D24B2-59B1-4F70-AC74-33A00FF5930E}" type="parTrans" cxnId="{13C2047C-8CF6-4730-BDD7-EC70E9FDC66E}">
      <dgm:prSet/>
      <dgm:spPr/>
      <dgm:t>
        <a:bodyPr/>
        <a:lstStyle/>
        <a:p>
          <a:endParaRPr lang="en-IN"/>
        </a:p>
      </dgm:t>
    </dgm:pt>
    <dgm:pt modelId="{7F9443C5-52C7-45BB-89B6-FB451BC3F0E8}" type="sibTrans" cxnId="{13C2047C-8CF6-4730-BDD7-EC70E9FDC66E}">
      <dgm:prSet/>
      <dgm:spPr/>
      <dgm:t>
        <a:bodyPr/>
        <a:lstStyle/>
        <a:p>
          <a:endParaRPr lang="en-IN"/>
        </a:p>
      </dgm:t>
    </dgm:pt>
    <dgm:pt modelId="{9C6F098E-7D4B-497D-B7A1-F36FE39FE89C}">
      <dgm:prSet phldrT="[Text]" phldr="0" custT="1"/>
      <dgm:spPr/>
      <dgm:t>
        <a:bodyPr/>
        <a:lstStyle/>
        <a:p>
          <a:r>
            <a:rPr lang="en-US" sz="1600" dirty="0"/>
            <a:t>STREAMLIT UI</a:t>
          </a:r>
        </a:p>
        <a:p>
          <a:endParaRPr lang="en-IN" sz="1600" dirty="0"/>
        </a:p>
      </dgm:t>
    </dgm:pt>
    <dgm:pt modelId="{FE7F382D-8287-4ED4-B033-0C48283CAD1E}" type="parTrans" cxnId="{AE7EEC13-7E80-4048-9BC0-22447C851686}">
      <dgm:prSet/>
      <dgm:spPr/>
      <dgm:t>
        <a:bodyPr/>
        <a:lstStyle/>
        <a:p>
          <a:endParaRPr lang="en-IN"/>
        </a:p>
      </dgm:t>
    </dgm:pt>
    <dgm:pt modelId="{5E25E10A-9788-4795-901E-95E74406B054}" type="sibTrans" cxnId="{AE7EEC13-7E80-4048-9BC0-22447C851686}">
      <dgm:prSet/>
      <dgm:spPr/>
      <dgm:t>
        <a:bodyPr/>
        <a:lstStyle/>
        <a:p>
          <a:endParaRPr lang="en-IN"/>
        </a:p>
      </dgm:t>
    </dgm:pt>
    <dgm:pt modelId="{943C3630-0F8F-4BA7-876D-79525252E8C6}">
      <dgm:prSet phldrT="[Text]" phldr="0" custT="1"/>
      <dgm:spPr/>
      <dgm:t>
        <a:bodyPr/>
        <a:lstStyle/>
        <a:p>
          <a:r>
            <a:rPr lang="en-US" sz="1600" dirty="0"/>
            <a:t>BACKEND</a:t>
          </a:r>
        </a:p>
        <a:p>
          <a:r>
            <a:rPr lang="en-US" sz="1600" dirty="0"/>
            <a:t>API</a:t>
          </a:r>
        </a:p>
      </dgm:t>
    </dgm:pt>
    <dgm:pt modelId="{1DD4E16C-F870-4653-ABAC-3D226FD98491}" type="parTrans" cxnId="{28A331AE-7DAD-4B8A-B4E4-E38856E47B9A}">
      <dgm:prSet/>
      <dgm:spPr/>
      <dgm:t>
        <a:bodyPr/>
        <a:lstStyle/>
        <a:p>
          <a:endParaRPr lang="en-IN"/>
        </a:p>
      </dgm:t>
    </dgm:pt>
    <dgm:pt modelId="{0F7514D5-AD47-40FC-B0D5-DB5C7F797537}" type="sibTrans" cxnId="{28A331AE-7DAD-4B8A-B4E4-E38856E47B9A}">
      <dgm:prSet/>
      <dgm:spPr/>
      <dgm:t>
        <a:bodyPr/>
        <a:lstStyle/>
        <a:p>
          <a:endParaRPr lang="en-IN"/>
        </a:p>
      </dgm:t>
    </dgm:pt>
    <dgm:pt modelId="{93E3EACE-4979-47E5-8515-4103BE396156}" type="pres">
      <dgm:prSet presAssocID="{93A21FC2-2BC0-4A39-96D3-ADD71DCA78A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9F54101-674C-449D-8FD7-DD56938087CA}" type="pres">
      <dgm:prSet presAssocID="{943C3630-0F8F-4BA7-876D-79525252E8C6}" presName="Accent3" presStyleCnt="0"/>
      <dgm:spPr/>
    </dgm:pt>
    <dgm:pt modelId="{B570AB0A-2137-492F-8E35-AAA594735926}" type="pres">
      <dgm:prSet presAssocID="{943C3630-0F8F-4BA7-876D-79525252E8C6}" presName="Accent" presStyleLbl="node1" presStyleIdx="0" presStyleCnt="3" custLinFactNeighborX="-4188" custLinFactNeighborY="-3396"/>
      <dgm:spPr/>
    </dgm:pt>
    <dgm:pt modelId="{2FE550A1-38C6-40D9-8F3A-2C1020BD05F5}" type="pres">
      <dgm:prSet presAssocID="{943C3630-0F8F-4BA7-876D-79525252E8C6}" presName="ParentBackground3" presStyleCnt="0"/>
      <dgm:spPr/>
    </dgm:pt>
    <dgm:pt modelId="{37391289-E066-4B17-9822-5067BFAD2CCD}" type="pres">
      <dgm:prSet presAssocID="{943C3630-0F8F-4BA7-876D-79525252E8C6}" presName="ParentBackground" presStyleLbl="fgAcc1" presStyleIdx="0" presStyleCnt="3" custLinFactNeighborX="-4486" custLinFactNeighborY="-3638"/>
      <dgm:spPr/>
    </dgm:pt>
    <dgm:pt modelId="{198DD51D-56ED-4695-9272-2C2550FC7840}" type="pres">
      <dgm:prSet presAssocID="{943C3630-0F8F-4BA7-876D-79525252E8C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0E5A1D2-2CCE-45BA-9671-E899BE987CCB}" type="pres">
      <dgm:prSet presAssocID="{9C6F098E-7D4B-497D-B7A1-F36FE39FE89C}" presName="Accent2" presStyleCnt="0"/>
      <dgm:spPr/>
    </dgm:pt>
    <dgm:pt modelId="{8A8EB759-B560-476E-8495-55888B1006FC}" type="pres">
      <dgm:prSet presAssocID="{9C6F098E-7D4B-497D-B7A1-F36FE39FE89C}" presName="Accent" presStyleLbl="node1" presStyleIdx="1" presStyleCnt="3"/>
      <dgm:spPr/>
    </dgm:pt>
    <dgm:pt modelId="{71C7A3FF-D843-4F68-8CD7-7968442FD24C}" type="pres">
      <dgm:prSet presAssocID="{9C6F098E-7D4B-497D-B7A1-F36FE39FE89C}" presName="ParentBackground2" presStyleCnt="0"/>
      <dgm:spPr/>
    </dgm:pt>
    <dgm:pt modelId="{41DFAE8F-E5FB-4BED-A882-2D4EC0991FF6}" type="pres">
      <dgm:prSet presAssocID="{9C6F098E-7D4B-497D-B7A1-F36FE39FE89C}" presName="ParentBackground" presStyleLbl="fgAcc1" presStyleIdx="1" presStyleCnt="3"/>
      <dgm:spPr/>
    </dgm:pt>
    <dgm:pt modelId="{121944EE-D7E0-4DB5-98ED-AA6D7D6B89BD}" type="pres">
      <dgm:prSet presAssocID="{9C6F098E-7D4B-497D-B7A1-F36FE39FE89C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981FA-1398-48B2-955D-AE4A8E1939E5}" type="pres">
      <dgm:prSet presAssocID="{A8BFE7FB-6028-4CE2-B4E6-FB9C09F8B6E0}" presName="Accent1" presStyleCnt="0"/>
      <dgm:spPr/>
    </dgm:pt>
    <dgm:pt modelId="{A09E7606-B47B-4AAE-9C7E-C37EC8BE083A}" type="pres">
      <dgm:prSet presAssocID="{A8BFE7FB-6028-4CE2-B4E6-FB9C09F8B6E0}" presName="Accent" presStyleLbl="node1" presStyleIdx="2" presStyleCnt="3"/>
      <dgm:spPr/>
    </dgm:pt>
    <dgm:pt modelId="{B5A018C9-E2BA-4DF2-8F72-A7ED03A4753D}" type="pres">
      <dgm:prSet presAssocID="{A8BFE7FB-6028-4CE2-B4E6-FB9C09F8B6E0}" presName="ParentBackground1" presStyleCnt="0"/>
      <dgm:spPr/>
    </dgm:pt>
    <dgm:pt modelId="{C2B100CD-96A2-4FD9-A314-6E0828ECC15D}" type="pres">
      <dgm:prSet presAssocID="{A8BFE7FB-6028-4CE2-B4E6-FB9C09F8B6E0}" presName="ParentBackground" presStyleLbl="fgAcc1" presStyleIdx="2" presStyleCnt="3"/>
      <dgm:spPr/>
    </dgm:pt>
    <dgm:pt modelId="{D2D99529-58C3-48B0-B1AB-ACFF1F669D0A}" type="pres">
      <dgm:prSet presAssocID="{A8BFE7FB-6028-4CE2-B4E6-FB9C09F8B6E0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E7EEC13-7E80-4048-9BC0-22447C851686}" srcId="{93A21FC2-2BC0-4A39-96D3-ADD71DCA78AE}" destId="{9C6F098E-7D4B-497D-B7A1-F36FE39FE89C}" srcOrd="1" destOrd="0" parTransId="{FE7F382D-8287-4ED4-B033-0C48283CAD1E}" sibTransId="{5E25E10A-9788-4795-901E-95E74406B054}"/>
    <dgm:cxn modelId="{76AB7415-4664-4D61-B7B8-2BA0F10626A8}" type="presOf" srcId="{9C6F098E-7D4B-497D-B7A1-F36FE39FE89C}" destId="{121944EE-D7E0-4DB5-98ED-AA6D7D6B89BD}" srcOrd="1" destOrd="0" presId="urn:microsoft.com/office/officeart/2011/layout/CircleProcess"/>
    <dgm:cxn modelId="{18AA7F2D-C6D6-4122-9D15-88B438FAE49A}" type="presOf" srcId="{943C3630-0F8F-4BA7-876D-79525252E8C6}" destId="{198DD51D-56ED-4695-9272-2C2550FC7840}" srcOrd="1" destOrd="0" presId="urn:microsoft.com/office/officeart/2011/layout/CircleProcess"/>
    <dgm:cxn modelId="{92E46B60-7A33-4D8A-803E-37B0584FF14C}" type="presOf" srcId="{93A21FC2-2BC0-4A39-96D3-ADD71DCA78AE}" destId="{93E3EACE-4979-47E5-8515-4103BE396156}" srcOrd="0" destOrd="0" presId="urn:microsoft.com/office/officeart/2011/layout/CircleProcess"/>
    <dgm:cxn modelId="{D394D34E-4CA8-4FAB-B59B-560BCE0847D4}" type="presOf" srcId="{A8BFE7FB-6028-4CE2-B4E6-FB9C09F8B6E0}" destId="{C2B100CD-96A2-4FD9-A314-6E0828ECC15D}" srcOrd="0" destOrd="0" presId="urn:microsoft.com/office/officeart/2011/layout/CircleProcess"/>
    <dgm:cxn modelId="{13C2047C-8CF6-4730-BDD7-EC70E9FDC66E}" srcId="{93A21FC2-2BC0-4A39-96D3-ADD71DCA78AE}" destId="{A8BFE7FB-6028-4CE2-B4E6-FB9C09F8B6E0}" srcOrd="0" destOrd="0" parTransId="{C73D24B2-59B1-4F70-AC74-33A00FF5930E}" sibTransId="{7F9443C5-52C7-45BB-89B6-FB451BC3F0E8}"/>
    <dgm:cxn modelId="{AC90847D-1869-4DA6-9F5D-F41C27ABC1EF}" type="presOf" srcId="{943C3630-0F8F-4BA7-876D-79525252E8C6}" destId="{37391289-E066-4B17-9822-5067BFAD2CCD}" srcOrd="0" destOrd="0" presId="urn:microsoft.com/office/officeart/2011/layout/CircleProcess"/>
    <dgm:cxn modelId="{A48236A6-B251-491E-9EA4-D39EDF3A7CA4}" type="presOf" srcId="{9C6F098E-7D4B-497D-B7A1-F36FE39FE89C}" destId="{41DFAE8F-E5FB-4BED-A882-2D4EC0991FF6}" srcOrd="0" destOrd="0" presId="urn:microsoft.com/office/officeart/2011/layout/CircleProcess"/>
    <dgm:cxn modelId="{28A331AE-7DAD-4B8A-B4E4-E38856E47B9A}" srcId="{93A21FC2-2BC0-4A39-96D3-ADD71DCA78AE}" destId="{943C3630-0F8F-4BA7-876D-79525252E8C6}" srcOrd="2" destOrd="0" parTransId="{1DD4E16C-F870-4653-ABAC-3D226FD98491}" sibTransId="{0F7514D5-AD47-40FC-B0D5-DB5C7F797537}"/>
    <dgm:cxn modelId="{D89BB8BD-9A7C-4A95-806A-B7D27E2E7122}" type="presOf" srcId="{A8BFE7FB-6028-4CE2-B4E6-FB9C09F8B6E0}" destId="{D2D99529-58C3-48B0-B1AB-ACFF1F669D0A}" srcOrd="1" destOrd="0" presId="urn:microsoft.com/office/officeart/2011/layout/CircleProcess"/>
    <dgm:cxn modelId="{3A1B3A98-25A7-4CF5-9ECA-9169A6EAD2AD}" type="presParOf" srcId="{93E3EACE-4979-47E5-8515-4103BE396156}" destId="{E9F54101-674C-449D-8FD7-DD56938087CA}" srcOrd="0" destOrd="0" presId="urn:microsoft.com/office/officeart/2011/layout/CircleProcess"/>
    <dgm:cxn modelId="{32EF48A0-7D20-4B73-9238-711986719617}" type="presParOf" srcId="{E9F54101-674C-449D-8FD7-DD56938087CA}" destId="{B570AB0A-2137-492F-8E35-AAA594735926}" srcOrd="0" destOrd="0" presId="urn:microsoft.com/office/officeart/2011/layout/CircleProcess"/>
    <dgm:cxn modelId="{59D72108-4FDC-40C1-91A8-40C96F3CECA7}" type="presParOf" srcId="{93E3EACE-4979-47E5-8515-4103BE396156}" destId="{2FE550A1-38C6-40D9-8F3A-2C1020BD05F5}" srcOrd="1" destOrd="0" presId="urn:microsoft.com/office/officeart/2011/layout/CircleProcess"/>
    <dgm:cxn modelId="{B6606EBB-57BE-4BE3-ABCD-B05695410011}" type="presParOf" srcId="{2FE550A1-38C6-40D9-8F3A-2C1020BD05F5}" destId="{37391289-E066-4B17-9822-5067BFAD2CCD}" srcOrd="0" destOrd="0" presId="urn:microsoft.com/office/officeart/2011/layout/CircleProcess"/>
    <dgm:cxn modelId="{87EC8C5E-AF54-430D-938A-4A401A5DFE3F}" type="presParOf" srcId="{93E3EACE-4979-47E5-8515-4103BE396156}" destId="{198DD51D-56ED-4695-9272-2C2550FC7840}" srcOrd="2" destOrd="0" presId="urn:microsoft.com/office/officeart/2011/layout/CircleProcess"/>
    <dgm:cxn modelId="{81C47276-C5C8-442F-B595-B3AC35C0D6A7}" type="presParOf" srcId="{93E3EACE-4979-47E5-8515-4103BE396156}" destId="{50E5A1D2-2CCE-45BA-9671-E899BE987CCB}" srcOrd="3" destOrd="0" presId="urn:microsoft.com/office/officeart/2011/layout/CircleProcess"/>
    <dgm:cxn modelId="{26DEFDF6-DDA6-4F3C-97C7-39A46E14E6E2}" type="presParOf" srcId="{50E5A1D2-2CCE-45BA-9671-E899BE987CCB}" destId="{8A8EB759-B560-476E-8495-55888B1006FC}" srcOrd="0" destOrd="0" presId="urn:microsoft.com/office/officeart/2011/layout/CircleProcess"/>
    <dgm:cxn modelId="{9331B403-5B6A-4821-A773-93823A4E0D7A}" type="presParOf" srcId="{93E3EACE-4979-47E5-8515-4103BE396156}" destId="{71C7A3FF-D843-4F68-8CD7-7968442FD24C}" srcOrd="4" destOrd="0" presId="urn:microsoft.com/office/officeart/2011/layout/CircleProcess"/>
    <dgm:cxn modelId="{9123F24C-5839-428A-B32E-92A026087C52}" type="presParOf" srcId="{71C7A3FF-D843-4F68-8CD7-7968442FD24C}" destId="{41DFAE8F-E5FB-4BED-A882-2D4EC0991FF6}" srcOrd="0" destOrd="0" presId="urn:microsoft.com/office/officeart/2011/layout/CircleProcess"/>
    <dgm:cxn modelId="{E93655A6-BD03-4E78-B178-EC39568A2089}" type="presParOf" srcId="{93E3EACE-4979-47E5-8515-4103BE396156}" destId="{121944EE-D7E0-4DB5-98ED-AA6D7D6B89BD}" srcOrd="5" destOrd="0" presId="urn:microsoft.com/office/officeart/2011/layout/CircleProcess"/>
    <dgm:cxn modelId="{EE0B5DAE-8CED-479F-AD6D-E02A4934AFEA}" type="presParOf" srcId="{93E3EACE-4979-47E5-8515-4103BE396156}" destId="{16E981FA-1398-48B2-955D-AE4A8E1939E5}" srcOrd="6" destOrd="0" presId="urn:microsoft.com/office/officeart/2011/layout/CircleProcess"/>
    <dgm:cxn modelId="{A612C94C-F95B-4F65-97D5-D4F45658268F}" type="presParOf" srcId="{16E981FA-1398-48B2-955D-AE4A8E1939E5}" destId="{A09E7606-B47B-4AAE-9C7E-C37EC8BE083A}" srcOrd="0" destOrd="0" presId="urn:microsoft.com/office/officeart/2011/layout/CircleProcess"/>
    <dgm:cxn modelId="{A8E4CD49-BB80-4206-A9E8-E47641E72900}" type="presParOf" srcId="{93E3EACE-4979-47E5-8515-4103BE396156}" destId="{B5A018C9-E2BA-4DF2-8F72-A7ED03A4753D}" srcOrd="7" destOrd="0" presId="urn:microsoft.com/office/officeart/2011/layout/CircleProcess"/>
    <dgm:cxn modelId="{CF7529D9-9791-48BB-AD11-51F063143E6C}" type="presParOf" srcId="{B5A018C9-E2BA-4DF2-8F72-A7ED03A4753D}" destId="{C2B100CD-96A2-4FD9-A314-6E0828ECC15D}" srcOrd="0" destOrd="0" presId="urn:microsoft.com/office/officeart/2011/layout/CircleProcess"/>
    <dgm:cxn modelId="{E05D1EAB-B28C-4470-98AA-7A53CC833104}" type="presParOf" srcId="{93E3EACE-4979-47E5-8515-4103BE396156}" destId="{D2D99529-58C3-48B0-B1AB-ACFF1F669D0A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AF5F2-497B-41C7-90EA-E0977619D475}">
      <dsp:nvSpPr>
        <dsp:cNvPr id="0" name=""/>
        <dsp:cNvSpPr/>
      </dsp:nvSpPr>
      <dsp:spPr>
        <a:xfrm>
          <a:off x="3010326" y="60965"/>
          <a:ext cx="1577448" cy="141799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Shelf-Life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Production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Engine</a:t>
          </a:r>
        </a:p>
      </dsp:txBody>
      <dsp:txXfrm>
        <a:off x="3241338" y="268625"/>
        <a:ext cx="1115424" cy="1002673"/>
      </dsp:txXfrm>
    </dsp:sp>
    <dsp:sp modelId="{C5FCF423-C3E8-45AC-AFCE-991019D49B87}">
      <dsp:nvSpPr>
        <dsp:cNvPr id="0" name=""/>
        <dsp:cNvSpPr/>
      </dsp:nvSpPr>
      <dsp:spPr>
        <a:xfrm>
          <a:off x="1569867" y="151215"/>
          <a:ext cx="1666869" cy="153909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Vision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Based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detection</a:t>
          </a:r>
        </a:p>
      </dsp:txBody>
      <dsp:txXfrm>
        <a:off x="1813974" y="376610"/>
        <a:ext cx="1178655" cy="1088300"/>
      </dsp:txXfrm>
    </dsp:sp>
    <dsp:sp modelId="{E33C2E03-56BC-4397-A1BB-AAB5AC5A6A08}">
      <dsp:nvSpPr>
        <dsp:cNvPr id="0" name=""/>
        <dsp:cNvSpPr/>
      </dsp:nvSpPr>
      <dsp:spPr>
        <a:xfrm>
          <a:off x="886472" y="1371597"/>
          <a:ext cx="1776606" cy="160736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Standardized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Quality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Grading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System</a:t>
          </a:r>
        </a:p>
      </dsp:txBody>
      <dsp:txXfrm>
        <a:off x="1146650" y="1606990"/>
        <a:ext cx="1256250" cy="1136581"/>
      </dsp:txXfrm>
    </dsp:sp>
    <dsp:sp modelId="{75A10F43-84A3-44EB-A8A5-C1FC06B8036C}">
      <dsp:nvSpPr>
        <dsp:cNvPr id="0" name=""/>
        <dsp:cNvSpPr/>
      </dsp:nvSpPr>
      <dsp:spPr>
        <a:xfrm>
          <a:off x="1656081" y="2579285"/>
          <a:ext cx="1817219" cy="165139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Sustainability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Impact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Estimation</a:t>
          </a:r>
        </a:p>
      </dsp:txBody>
      <dsp:txXfrm>
        <a:off x="1922207" y="2821127"/>
        <a:ext cx="1284967" cy="1167715"/>
      </dsp:txXfrm>
    </dsp:sp>
    <dsp:sp modelId="{4DED180E-F3DB-436F-B2AD-23A5DF5E62C5}">
      <dsp:nvSpPr>
        <dsp:cNvPr id="0" name=""/>
        <dsp:cNvSpPr/>
      </dsp:nvSpPr>
      <dsp:spPr>
        <a:xfrm>
          <a:off x="4323812" y="332405"/>
          <a:ext cx="1654746" cy="15303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AI-Driven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Decision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Intelligence</a:t>
          </a:r>
        </a:p>
      </dsp:txBody>
      <dsp:txXfrm>
        <a:off x="4566144" y="556515"/>
        <a:ext cx="1170082" cy="1082102"/>
      </dsp:txXfrm>
    </dsp:sp>
    <dsp:sp modelId="{853B0E1D-BF2B-4750-A26B-4060958C74D3}">
      <dsp:nvSpPr>
        <dsp:cNvPr id="0" name=""/>
        <dsp:cNvSpPr/>
      </dsp:nvSpPr>
      <dsp:spPr>
        <a:xfrm>
          <a:off x="4521423" y="1651433"/>
          <a:ext cx="1676719" cy="160983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Multi-Stakeholder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 err="1"/>
            <a:t>Paltform</a:t>
          </a:r>
          <a:endParaRPr lang="en-IN" sz="1400" b="1" kern="1200" dirty="0"/>
        </a:p>
      </dsp:txBody>
      <dsp:txXfrm>
        <a:off x="4766973" y="1887187"/>
        <a:ext cx="1185619" cy="1138322"/>
      </dsp:txXfrm>
    </dsp:sp>
    <dsp:sp modelId="{26793B95-49A9-4E33-8CCB-8EF3627E4F44}">
      <dsp:nvSpPr>
        <dsp:cNvPr id="0" name=""/>
        <dsp:cNvSpPr/>
      </dsp:nvSpPr>
      <dsp:spPr>
        <a:xfrm>
          <a:off x="3225990" y="2568097"/>
          <a:ext cx="1867640" cy="16625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Personalized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Health &amp;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Nutrition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Insights</a:t>
          </a:r>
        </a:p>
      </dsp:txBody>
      <dsp:txXfrm>
        <a:off x="3499500" y="2811577"/>
        <a:ext cx="1320620" cy="1175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CB42C-F928-462F-967D-687105B3C2C5}">
      <dsp:nvSpPr>
        <dsp:cNvPr id="0" name=""/>
        <dsp:cNvSpPr/>
      </dsp:nvSpPr>
      <dsp:spPr>
        <a:xfrm>
          <a:off x="5598201" y="869195"/>
          <a:ext cx="1675418" cy="16755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8BB8E-2A61-40D7-AD15-86704EE4E889}">
      <dsp:nvSpPr>
        <dsp:cNvPr id="0" name=""/>
        <dsp:cNvSpPr/>
      </dsp:nvSpPr>
      <dsp:spPr>
        <a:xfrm>
          <a:off x="5644464" y="924914"/>
          <a:ext cx="1564058" cy="15637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INTEGRATION </a:t>
          </a:r>
        </a:p>
      </dsp:txBody>
      <dsp:txXfrm>
        <a:off x="5867901" y="1148354"/>
        <a:ext cx="1117184" cy="1116904"/>
      </dsp:txXfrm>
    </dsp:sp>
    <dsp:sp modelId="{B570AB0A-2137-492F-8E35-AAA594735926}">
      <dsp:nvSpPr>
        <dsp:cNvPr id="0" name=""/>
        <dsp:cNvSpPr/>
      </dsp:nvSpPr>
      <dsp:spPr>
        <a:xfrm rot="2700000">
          <a:off x="3859546" y="869077"/>
          <a:ext cx="1675445" cy="167544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91289-E066-4B17-9822-5067BFAD2CCD}">
      <dsp:nvSpPr>
        <dsp:cNvPr id="0" name=""/>
        <dsp:cNvSpPr/>
      </dsp:nvSpPr>
      <dsp:spPr>
        <a:xfrm>
          <a:off x="3997529" y="929292"/>
          <a:ext cx="1564058" cy="15637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MONGODB </a:t>
          </a:r>
        </a:p>
      </dsp:txBody>
      <dsp:txXfrm>
        <a:off x="4220966" y="1152732"/>
        <a:ext cx="1117184" cy="1116904"/>
      </dsp:txXfrm>
    </dsp:sp>
    <dsp:sp modelId="{8A8EB759-B560-476E-8495-55888B1006FC}">
      <dsp:nvSpPr>
        <dsp:cNvPr id="0" name=""/>
        <dsp:cNvSpPr/>
      </dsp:nvSpPr>
      <dsp:spPr>
        <a:xfrm rot="2700000">
          <a:off x="2135273" y="869077"/>
          <a:ext cx="1675445" cy="167544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FAE8F-E5FB-4BED-A882-2D4EC0991FF6}">
      <dsp:nvSpPr>
        <dsp:cNvPr id="0" name=""/>
        <dsp:cNvSpPr/>
      </dsp:nvSpPr>
      <dsp:spPr>
        <a:xfrm>
          <a:off x="2191326" y="925055"/>
          <a:ext cx="1564058" cy="15637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SUSTAINABILITY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&amp;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ANALYTICS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ENGINE</a:t>
          </a:r>
        </a:p>
      </dsp:txBody>
      <dsp:txXfrm>
        <a:off x="2414763" y="1148494"/>
        <a:ext cx="1117184" cy="1116904"/>
      </dsp:txXfrm>
    </dsp:sp>
    <dsp:sp modelId="{A09E7606-B47B-4AAE-9C7E-C37EC8BE083A}">
      <dsp:nvSpPr>
        <dsp:cNvPr id="0" name=""/>
        <dsp:cNvSpPr/>
      </dsp:nvSpPr>
      <dsp:spPr>
        <a:xfrm rot="2700000">
          <a:off x="403816" y="869077"/>
          <a:ext cx="1675445" cy="1675445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100CD-96A2-4FD9-A314-6E0828ECC15D}">
      <dsp:nvSpPr>
        <dsp:cNvPr id="0" name=""/>
        <dsp:cNvSpPr/>
      </dsp:nvSpPr>
      <dsp:spPr>
        <a:xfrm>
          <a:off x="459869" y="925055"/>
          <a:ext cx="1564058" cy="15637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AI/ML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&amp;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OPENAI API</a:t>
          </a:r>
        </a:p>
      </dsp:txBody>
      <dsp:txXfrm>
        <a:off x="683306" y="1148494"/>
        <a:ext cx="1117184" cy="11169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0AB0A-2137-492F-8E35-AAA594735926}">
      <dsp:nvSpPr>
        <dsp:cNvPr id="0" name=""/>
        <dsp:cNvSpPr/>
      </dsp:nvSpPr>
      <dsp:spPr>
        <a:xfrm>
          <a:off x="3892646" y="601492"/>
          <a:ext cx="1727488" cy="17278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91289-E066-4B17-9822-5067BFAD2CCD}">
      <dsp:nvSpPr>
        <dsp:cNvPr id="0" name=""/>
        <dsp:cNvSpPr/>
      </dsp:nvSpPr>
      <dsp:spPr>
        <a:xfrm>
          <a:off x="3950003" y="659105"/>
          <a:ext cx="1612772" cy="16126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BACKEND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API</a:t>
          </a:r>
        </a:p>
      </dsp:txBody>
      <dsp:txXfrm>
        <a:off x="4180559" y="889520"/>
        <a:ext cx="1151658" cy="1151770"/>
      </dsp:txXfrm>
    </dsp:sp>
    <dsp:sp modelId="{8A8EB759-B560-476E-8495-55888B1006FC}">
      <dsp:nvSpPr>
        <dsp:cNvPr id="0" name=""/>
        <dsp:cNvSpPr/>
      </dsp:nvSpPr>
      <dsp:spPr>
        <a:xfrm rot="2700000">
          <a:off x="2181666" y="662257"/>
          <a:ext cx="1723327" cy="172332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FAE8F-E5FB-4BED-A882-2D4EC0991FF6}">
      <dsp:nvSpPr>
        <dsp:cNvPr id="0" name=""/>
        <dsp:cNvSpPr/>
      </dsp:nvSpPr>
      <dsp:spPr>
        <a:xfrm>
          <a:off x="2236943" y="717772"/>
          <a:ext cx="1612772" cy="16126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STREAMLIT UI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2467500" y="948187"/>
        <a:ext cx="1151658" cy="1151770"/>
      </dsp:txXfrm>
    </dsp:sp>
    <dsp:sp modelId="{A09E7606-B47B-4AAE-9C7E-C37EC8BE083A}">
      <dsp:nvSpPr>
        <dsp:cNvPr id="0" name=""/>
        <dsp:cNvSpPr/>
      </dsp:nvSpPr>
      <dsp:spPr>
        <a:xfrm rot="2700000">
          <a:off x="396257" y="662257"/>
          <a:ext cx="1723327" cy="1723327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100CD-96A2-4FD9-A314-6E0828ECC15D}">
      <dsp:nvSpPr>
        <dsp:cNvPr id="0" name=""/>
        <dsp:cNvSpPr/>
      </dsp:nvSpPr>
      <dsp:spPr>
        <a:xfrm>
          <a:off x="451535" y="717772"/>
          <a:ext cx="1612772" cy="16126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USER/FRAMER</a:t>
          </a:r>
        </a:p>
      </dsp:txBody>
      <dsp:txXfrm>
        <a:off x="682091" y="948187"/>
        <a:ext cx="1151658" cy="1151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0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6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89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57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22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87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6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2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4587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885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478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53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172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79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F0BFA-60C2-4D4C-828D-4ECC8DBD06C2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E335DCB-1A36-450D-8B15-D78EF82E2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6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FA31-16AB-10E4-965F-288C3454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973" y="1380309"/>
            <a:ext cx="11192101" cy="2262781"/>
          </a:xfrm>
        </p:spPr>
        <p:txBody>
          <a:bodyPr>
            <a:noAutofit/>
          </a:bodyPr>
          <a:lstStyle/>
          <a:p>
            <a:r>
              <a:rPr lang="en-US" sz="7200" b="1" dirty="0"/>
              <a:t>Food Expiry Predictor</a:t>
            </a:r>
            <a:endParaRPr lang="en-IN" sz="7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E5AD8-BC39-F59B-C641-DD9CE7713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653" y="4945019"/>
            <a:ext cx="9602787" cy="1666964"/>
          </a:xfrm>
        </p:spPr>
        <p:txBody>
          <a:bodyPr>
            <a:normAutofit/>
          </a:bodyPr>
          <a:lstStyle/>
          <a:p>
            <a:r>
              <a:rPr lang="en-US" sz="3600" dirty="0"/>
              <a:t>From Farm to Market: </a:t>
            </a:r>
            <a:r>
              <a:rPr lang="en-US" sz="3600" dirty="0" err="1"/>
              <a:t>FoodLens</a:t>
            </a:r>
            <a:r>
              <a:rPr lang="en-US" sz="3600" dirty="0"/>
              <a:t> for Zero-Waste </a:t>
            </a:r>
            <a:r>
              <a:rPr lang="en-US" sz="3600" dirty="0" err="1"/>
              <a:t>Agro</a:t>
            </a:r>
            <a:r>
              <a:rPr lang="en-US" sz="3600" dirty="0"/>
              <a:t> Products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5253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42B5-FA04-BAB1-ABEE-378E9125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965" y="639350"/>
            <a:ext cx="8911687" cy="1280890"/>
          </a:xfrm>
        </p:spPr>
        <p:txBody>
          <a:bodyPr/>
          <a:lstStyle/>
          <a:p>
            <a:r>
              <a:rPr lang="en-US" b="1" dirty="0"/>
              <a:t>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26F68-2114-3A83-A638-E08D26F0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6252" y="1578429"/>
            <a:ext cx="8915400" cy="4485193"/>
          </a:xfrm>
        </p:spPr>
        <p:txBody>
          <a:bodyPr>
            <a:noAutofit/>
          </a:bodyPr>
          <a:lstStyle/>
          <a:p>
            <a:r>
              <a:rPr lang="en-US" sz="2000" b="1" dirty="0"/>
              <a:t>1.Problem statements</a:t>
            </a:r>
          </a:p>
          <a:p>
            <a:r>
              <a:rPr lang="en-US" sz="2000" b="1" dirty="0"/>
              <a:t>2.Solution</a:t>
            </a:r>
          </a:p>
          <a:p>
            <a:r>
              <a:rPr lang="en-US" sz="2000" b="1" dirty="0"/>
              <a:t>3.Objectives</a:t>
            </a:r>
          </a:p>
          <a:p>
            <a:r>
              <a:rPr lang="en-US" sz="2000" b="1" dirty="0"/>
              <a:t>4.Sustainable Goals</a:t>
            </a:r>
          </a:p>
          <a:p>
            <a:r>
              <a:rPr lang="en-US" sz="2000" b="1" dirty="0"/>
              <a:t>5.System Architecture</a:t>
            </a:r>
          </a:p>
          <a:p>
            <a:r>
              <a:rPr lang="en-US" sz="2000" b="1" dirty="0"/>
              <a:t>6.Technical Details</a:t>
            </a:r>
          </a:p>
          <a:p>
            <a:r>
              <a:rPr lang="en-US" sz="2000" b="1" dirty="0"/>
              <a:t>7.Application</a:t>
            </a:r>
          </a:p>
          <a:p>
            <a:r>
              <a:rPr lang="en-US" sz="2000" b="1" dirty="0"/>
              <a:t>8.Advantage &amp; Disadvantage</a:t>
            </a:r>
          </a:p>
          <a:p>
            <a:r>
              <a:rPr lang="en-IN" sz="2000" b="1" dirty="0"/>
              <a:t>9.Future Scope</a:t>
            </a:r>
          </a:p>
        </p:txBody>
      </p:sp>
    </p:spTree>
    <p:extLst>
      <p:ext uri="{BB962C8B-B14F-4D97-AF65-F5344CB8AC3E}">
        <p14:creationId xmlns:p14="http://schemas.microsoft.com/office/powerpoint/2010/main" val="404820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68F2-8017-DB89-FA5D-B3AE8C94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4590"/>
            <a:ext cx="8911687" cy="1280890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311D7-825A-C56E-95D8-181D7019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540189"/>
            <a:ext cx="9014959" cy="3777622"/>
          </a:xfrm>
        </p:spPr>
        <p:txBody>
          <a:bodyPr>
            <a:noAutofit/>
          </a:bodyPr>
          <a:lstStyle/>
          <a:p>
            <a:r>
              <a:rPr lang="en-US" sz="2400" dirty="0"/>
              <a:t>Lack of Real-Time Freshness Assessment</a:t>
            </a:r>
          </a:p>
          <a:p>
            <a:r>
              <a:rPr lang="en-US" sz="2400" dirty="0"/>
              <a:t>Manual and Subjective Inspection Methods</a:t>
            </a:r>
          </a:p>
          <a:p>
            <a:r>
              <a:rPr lang="en-US" sz="2400" dirty="0"/>
              <a:t>Poor Stock Rotation and Decision-Making</a:t>
            </a:r>
          </a:p>
          <a:p>
            <a:r>
              <a:rPr lang="en-US" sz="2400" dirty="0"/>
              <a:t>High Food Wastage and Environmental Impact</a:t>
            </a:r>
          </a:p>
          <a:p>
            <a:r>
              <a:rPr lang="en-US" sz="2400" dirty="0"/>
              <a:t>Unfair and Non-Standardized Produce Pricing</a:t>
            </a:r>
          </a:p>
          <a:p>
            <a:r>
              <a:rPr lang="en-US" sz="2400" dirty="0"/>
              <a:t>Low Consumer Trust in Food Freshness</a:t>
            </a:r>
          </a:p>
          <a:p>
            <a:r>
              <a:rPr lang="en-US" sz="2400" dirty="0"/>
              <a:t>Missing Integration Between Food Quality and Health</a:t>
            </a:r>
          </a:p>
          <a:p>
            <a:r>
              <a:rPr lang="en-IN" sz="2400" dirty="0"/>
              <a:t>Absence of Actionable Intelligence</a:t>
            </a:r>
          </a:p>
        </p:txBody>
      </p:sp>
    </p:spTree>
    <p:extLst>
      <p:ext uri="{BB962C8B-B14F-4D97-AF65-F5344CB8AC3E}">
        <p14:creationId xmlns:p14="http://schemas.microsoft.com/office/powerpoint/2010/main" val="34632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410C-5008-0439-4A84-9553C0DC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688" y="682961"/>
            <a:ext cx="8647636" cy="81036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Solution</a:t>
            </a:r>
            <a:br>
              <a:rPr lang="en-US" b="1" dirty="0"/>
            </a:br>
            <a:r>
              <a:rPr lang="en-US" sz="2200" dirty="0" err="1"/>
              <a:t>FoodLens</a:t>
            </a:r>
            <a:r>
              <a:rPr lang="en-US" sz="2200" dirty="0"/>
              <a:t> AI is an end-to-end, AI-powered freshness intelligence platform that transforms subjective food quality assessment into real-time, data-driven, and actionable decisions across the food supply chain.</a:t>
            </a:r>
            <a:br>
              <a:rPr lang="en-US" sz="1800" dirty="0"/>
            </a:br>
            <a:br>
              <a:rPr lang="en-US" b="1" dirty="0"/>
            </a:b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35A395-1F73-24F6-83D8-61FEB9D96C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605586"/>
              </p:ext>
            </p:extLst>
          </p:nvPr>
        </p:nvGraphicFramePr>
        <p:xfrm>
          <a:off x="1343888" y="2627315"/>
          <a:ext cx="8647636" cy="4230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47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7E41-DEBF-C660-9A95-DAF44E13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205" y="698086"/>
            <a:ext cx="8911687" cy="1280890"/>
          </a:xfrm>
        </p:spPr>
        <p:txBody>
          <a:bodyPr/>
          <a:lstStyle/>
          <a:p>
            <a:r>
              <a:rPr lang="en-US" b="1" dirty="0"/>
              <a:t>Objectives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21AAE0-16AB-C1D7-9C79-792B09A40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5205" y="1351182"/>
            <a:ext cx="891168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food freshness and spoilage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food waste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farm-to-market supply chains through early quality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and standardized pricing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farmers based on objective quality grading.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and stock rotation decisions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retailers and warehouses.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sustainable, zero-waste food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408315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FF2C-9757-FF39-1854-7F0C4807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71710"/>
            <a:ext cx="8911687" cy="1280890"/>
          </a:xfrm>
        </p:spPr>
        <p:txBody>
          <a:bodyPr/>
          <a:lstStyle/>
          <a:p>
            <a:r>
              <a:rPr lang="en-US" b="1" dirty="0"/>
              <a:t>Sustainable Goals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A7B85-BCF9-08B6-F56A-7C2DB6E6A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9965" y="1225689"/>
            <a:ext cx="101355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2 – Zero Hunger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edible food loss, improving food availability across supply chains.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12 – Responsible Consumption &amp; Production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smarter stock rotation and reduces food wastage using AI-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drivenfreshness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13 – Climate Action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Lowers carbon footprint by minimizing unnecessary disposal and optimizing logistics.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8 – Decent Work &amp; Economic Growth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fair pricing and income stability for farmers through transparent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freshness-based 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9 – Industry, Innovation &amp; Infrastructure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 AI-powered digital infrastructure into traditional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-supply chains.</a:t>
            </a:r>
          </a:p>
        </p:txBody>
      </p:sp>
    </p:spTree>
    <p:extLst>
      <p:ext uri="{BB962C8B-B14F-4D97-AF65-F5344CB8AC3E}">
        <p14:creationId xmlns:p14="http://schemas.microsoft.com/office/powerpoint/2010/main" val="233812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5850-EE15-946A-3F80-9C82D9F0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098" y="653458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Architecture</a:t>
            </a:r>
            <a:br>
              <a:rPr lang="en-US" b="1" dirty="0"/>
            </a:br>
            <a:br>
              <a:rPr lang="en-US" b="1" dirty="0"/>
            </a:br>
            <a:r>
              <a:rPr lang="en-US" sz="3100" u="sng" dirty="0"/>
              <a:t>The system works as follows: </a:t>
            </a:r>
            <a:endParaRPr lang="en-IN" sz="3100" u="sng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795519D-07B6-EDA6-B58B-BD1F84CCD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714835"/>
              </p:ext>
            </p:extLst>
          </p:nvPr>
        </p:nvGraphicFramePr>
        <p:xfrm>
          <a:off x="4861560" y="1831120"/>
          <a:ext cx="7330440" cy="341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39F81B7-FCF3-F52B-61D3-3EE8E43671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444593"/>
              </p:ext>
            </p:extLst>
          </p:nvPr>
        </p:nvGraphicFramePr>
        <p:xfrm>
          <a:off x="-214947" y="2013999"/>
          <a:ext cx="5731827" cy="3047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1245A8-36C7-15AD-9887-5BFC0B16313F}"/>
              </a:ext>
            </a:extLst>
          </p:cNvPr>
          <p:cNvSpPr/>
          <p:nvPr/>
        </p:nvSpPr>
        <p:spPr>
          <a:xfrm>
            <a:off x="1676400" y="3429000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E88078-4543-03C3-394F-90C00D7ED90B}"/>
              </a:ext>
            </a:extLst>
          </p:cNvPr>
          <p:cNvSpPr/>
          <p:nvPr/>
        </p:nvSpPr>
        <p:spPr>
          <a:xfrm>
            <a:off x="3360418" y="3483460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29D2145-0DB5-2B57-CA80-C19D7EFC1BF6}"/>
              </a:ext>
            </a:extLst>
          </p:cNvPr>
          <p:cNvSpPr/>
          <p:nvPr/>
        </p:nvSpPr>
        <p:spPr>
          <a:xfrm>
            <a:off x="5160327" y="3592380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D637C51-C776-9AA6-592C-8DD8B2AC2090}"/>
              </a:ext>
            </a:extLst>
          </p:cNvPr>
          <p:cNvSpPr/>
          <p:nvPr/>
        </p:nvSpPr>
        <p:spPr>
          <a:xfrm>
            <a:off x="6578438" y="3483460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62402FF-AC64-5C57-4792-CC04330EB77C}"/>
              </a:ext>
            </a:extLst>
          </p:cNvPr>
          <p:cNvSpPr/>
          <p:nvPr/>
        </p:nvSpPr>
        <p:spPr>
          <a:xfrm>
            <a:off x="8436925" y="3483460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11DB9B5-5711-68D2-3335-C56C6DFD2E04}"/>
              </a:ext>
            </a:extLst>
          </p:cNvPr>
          <p:cNvSpPr/>
          <p:nvPr/>
        </p:nvSpPr>
        <p:spPr>
          <a:xfrm>
            <a:off x="10023800" y="3501829"/>
            <a:ext cx="685800" cy="108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allout: Up Arrow 19">
            <a:extLst>
              <a:ext uri="{FF2B5EF4-FFF2-40B4-BE49-F238E27FC236}">
                <a16:creationId xmlns:a16="http://schemas.microsoft.com/office/drawing/2014/main" id="{72D7630A-8D40-97CD-20E2-6E067FA32085}"/>
              </a:ext>
            </a:extLst>
          </p:cNvPr>
          <p:cNvSpPr/>
          <p:nvPr/>
        </p:nvSpPr>
        <p:spPr>
          <a:xfrm>
            <a:off x="418034" y="4226134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(WEB/MOBILE</a:t>
            </a:r>
          </a:p>
          <a:p>
            <a:pPr algn="ctr"/>
            <a:r>
              <a:rPr lang="en-IN" b="1" dirty="0">
                <a:solidFill>
                  <a:schemeClr val="bg2"/>
                </a:solidFill>
              </a:rPr>
              <a:t>BROWSER)</a:t>
            </a:r>
          </a:p>
        </p:txBody>
      </p:sp>
      <p:sp>
        <p:nvSpPr>
          <p:cNvPr id="22" name="Callout: Up Arrow 21">
            <a:extLst>
              <a:ext uri="{FF2B5EF4-FFF2-40B4-BE49-F238E27FC236}">
                <a16:creationId xmlns:a16="http://schemas.microsoft.com/office/drawing/2014/main" id="{B43220E2-55B6-9B15-F58B-76BCD81A260F}"/>
              </a:ext>
            </a:extLst>
          </p:cNvPr>
          <p:cNvSpPr/>
          <p:nvPr/>
        </p:nvSpPr>
        <p:spPr>
          <a:xfrm>
            <a:off x="2093894" y="4226134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METADATA,</a:t>
            </a:r>
          </a:p>
          <a:p>
            <a:pPr algn="ctr"/>
            <a:r>
              <a:rPr lang="en-IN" dirty="0"/>
              <a:t>IMAGE UPLOAD,</a:t>
            </a:r>
          </a:p>
          <a:p>
            <a:pPr algn="ctr"/>
            <a:r>
              <a:rPr lang="en-IN" dirty="0"/>
              <a:t>GRAPHS</a:t>
            </a:r>
          </a:p>
        </p:txBody>
      </p:sp>
      <p:sp>
        <p:nvSpPr>
          <p:cNvPr id="23" name="Callout: Up Arrow 22">
            <a:extLst>
              <a:ext uri="{FF2B5EF4-FFF2-40B4-BE49-F238E27FC236}">
                <a16:creationId xmlns:a16="http://schemas.microsoft.com/office/drawing/2014/main" id="{1C30E990-1495-A110-BFEA-1FA8C11749CE}"/>
              </a:ext>
            </a:extLst>
          </p:cNvPr>
          <p:cNvSpPr/>
          <p:nvPr/>
        </p:nvSpPr>
        <p:spPr>
          <a:xfrm>
            <a:off x="3769754" y="4226134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PROCESSING,</a:t>
            </a:r>
          </a:p>
          <a:p>
            <a:pPr algn="ctr"/>
            <a:r>
              <a:rPr lang="en-US" dirty="0"/>
              <a:t>BUSINESS</a:t>
            </a:r>
          </a:p>
          <a:p>
            <a:pPr algn="ctr"/>
            <a:r>
              <a:rPr lang="en-US" dirty="0"/>
              <a:t>LOGIC </a:t>
            </a:r>
            <a:endParaRPr lang="en-IN" dirty="0"/>
          </a:p>
        </p:txBody>
      </p:sp>
      <p:sp>
        <p:nvSpPr>
          <p:cNvPr id="24" name="Callout: Up Arrow 23">
            <a:extLst>
              <a:ext uri="{FF2B5EF4-FFF2-40B4-BE49-F238E27FC236}">
                <a16:creationId xmlns:a16="http://schemas.microsoft.com/office/drawing/2014/main" id="{6A4292F3-5601-F25A-B555-89F75B524EBC}"/>
              </a:ext>
            </a:extLst>
          </p:cNvPr>
          <p:cNvSpPr/>
          <p:nvPr/>
        </p:nvSpPr>
        <p:spPr>
          <a:xfrm>
            <a:off x="5459847" y="4254040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 CV,FRESHNESS DETECT,</a:t>
            </a:r>
          </a:p>
          <a:p>
            <a:pPr algn="ctr"/>
            <a:r>
              <a:rPr lang="en-US" dirty="0"/>
              <a:t>REASONING</a:t>
            </a:r>
            <a:endParaRPr lang="en-IN" dirty="0"/>
          </a:p>
        </p:txBody>
      </p:sp>
      <p:sp>
        <p:nvSpPr>
          <p:cNvPr id="25" name="Callout: Up Arrow 24">
            <a:extLst>
              <a:ext uri="{FF2B5EF4-FFF2-40B4-BE49-F238E27FC236}">
                <a16:creationId xmlns:a16="http://schemas.microsoft.com/office/drawing/2014/main" id="{462BCAD8-9716-62D6-595A-B9910A8E68F8}"/>
              </a:ext>
            </a:extLst>
          </p:cNvPr>
          <p:cNvSpPr/>
          <p:nvPr/>
        </p:nvSpPr>
        <p:spPr>
          <a:xfrm>
            <a:off x="7149940" y="4254040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CARBON FOOTPRINT,FARMER STANDARD SCORE</a:t>
            </a:r>
            <a:endParaRPr lang="en-IN" dirty="0"/>
          </a:p>
        </p:txBody>
      </p:sp>
      <p:sp>
        <p:nvSpPr>
          <p:cNvPr id="26" name="Callout: Up Arrow 25">
            <a:extLst>
              <a:ext uri="{FF2B5EF4-FFF2-40B4-BE49-F238E27FC236}">
                <a16:creationId xmlns:a16="http://schemas.microsoft.com/office/drawing/2014/main" id="{C2D54137-729E-B62D-7E5A-51F82B6C9677}"/>
              </a:ext>
            </a:extLst>
          </p:cNvPr>
          <p:cNvSpPr/>
          <p:nvPr/>
        </p:nvSpPr>
        <p:spPr>
          <a:xfrm>
            <a:off x="8867556" y="4268083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FOOD METADATA </a:t>
            </a:r>
          </a:p>
        </p:txBody>
      </p:sp>
      <p:sp>
        <p:nvSpPr>
          <p:cNvPr id="27" name="Callout: Up Arrow 26">
            <a:extLst>
              <a:ext uri="{FF2B5EF4-FFF2-40B4-BE49-F238E27FC236}">
                <a16:creationId xmlns:a16="http://schemas.microsoft.com/office/drawing/2014/main" id="{A98223EE-7F03-BB56-4AC4-5957F34187CD}"/>
              </a:ext>
            </a:extLst>
          </p:cNvPr>
          <p:cNvSpPr/>
          <p:nvPr/>
        </p:nvSpPr>
        <p:spPr>
          <a:xfrm>
            <a:off x="10530126" y="4254040"/>
            <a:ext cx="1510191" cy="2347118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HEALTH DATA,SUSTAINABILITY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46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D5DC-C236-A720-B6F0-52D27D44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445" y="608870"/>
            <a:ext cx="8911687" cy="1280890"/>
          </a:xfrm>
        </p:spPr>
        <p:txBody>
          <a:bodyPr/>
          <a:lstStyle/>
          <a:p>
            <a:r>
              <a:rPr lang="en-US" b="1" dirty="0"/>
              <a:t>Technical Details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DA034A-5310-5C4F-7CF5-43C900420C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88958" y="1351760"/>
            <a:ext cx="907181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all UI, visuals, and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/Flask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the central control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freshness &amp; spoilage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API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reasoning, explanation, and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everything for reuse across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Sustainability engine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data into carbon &amp; water impact</a:t>
            </a:r>
          </a:p>
        </p:txBody>
      </p:sp>
    </p:spTree>
    <p:extLst>
      <p:ext uri="{BB962C8B-B14F-4D97-AF65-F5344CB8AC3E}">
        <p14:creationId xmlns:p14="http://schemas.microsoft.com/office/powerpoint/2010/main" val="369326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8CC7-AAC4-14AD-28FB-4829454A1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605" y="685070"/>
            <a:ext cx="8911687" cy="1280890"/>
          </a:xfrm>
        </p:spPr>
        <p:txBody>
          <a:bodyPr/>
          <a:lstStyle/>
          <a:p>
            <a:r>
              <a:rPr lang="en-US" b="1" dirty="0"/>
              <a:t>Application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01C78-FC06-531C-94A1-8231FD039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57400" y="1443842"/>
            <a:ext cx="87918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Farmers: Decide optimal selling time and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Retailers &amp; Wholesalers: Smart stock rotation &amp; discount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Consumers: Verify freshness before purchase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NGOs: Monitor food waste and pricing fairness</a:t>
            </a:r>
          </a:p>
        </p:txBody>
      </p:sp>
    </p:spTree>
    <p:extLst>
      <p:ext uri="{BB962C8B-B14F-4D97-AF65-F5344CB8AC3E}">
        <p14:creationId xmlns:p14="http://schemas.microsoft.com/office/powerpoint/2010/main" val="341287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4C42-5C13-3B86-D2BD-B3B70927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445" y="685070"/>
            <a:ext cx="8911687" cy="1280890"/>
          </a:xfrm>
        </p:spPr>
        <p:txBody>
          <a:bodyPr/>
          <a:lstStyle/>
          <a:p>
            <a:r>
              <a:rPr lang="en-US" b="1" dirty="0"/>
              <a:t>Advantage &amp; Disadvantage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596FF-465B-A23C-C750-2D6396B4A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445" y="1706880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Advantages</a:t>
            </a:r>
            <a:endParaRPr lang="en-US" sz="2800" dirty="0"/>
          </a:p>
          <a:p>
            <a:r>
              <a:rPr lang="en-US" sz="2800" dirty="0"/>
              <a:t>Real-time, non-invasive freshness detection</a:t>
            </a:r>
          </a:p>
          <a:p>
            <a:r>
              <a:rPr lang="en-US" sz="2800" dirty="0"/>
              <a:t>Reduces economic and environmental losses</a:t>
            </a:r>
          </a:p>
          <a:p>
            <a:r>
              <a:rPr lang="en-US" sz="2800" dirty="0"/>
              <a:t>Scalable across regions and food categories</a:t>
            </a:r>
          </a:p>
          <a:p>
            <a:endParaRPr lang="en-US" sz="2800" dirty="0"/>
          </a:p>
          <a:p>
            <a:r>
              <a:rPr lang="en-US" sz="2800" b="1" dirty="0"/>
              <a:t>Disadvantages</a:t>
            </a:r>
            <a:endParaRPr lang="en-US" sz="2800" dirty="0"/>
          </a:p>
          <a:p>
            <a:r>
              <a:rPr lang="en-US" sz="2800" dirty="0"/>
              <a:t>Initial dependency on image quality</a:t>
            </a:r>
          </a:p>
          <a:p>
            <a:r>
              <a:rPr lang="en-US" sz="2800" dirty="0"/>
              <a:t>Requires model tuning for regional variations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51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D23D-CB79-0B73-5E5A-0F781AEF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685" y="654590"/>
            <a:ext cx="8911687" cy="1280890"/>
          </a:xfrm>
        </p:spPr>
        <p:txBody>
          <a:bodyPr/>
          <a:lstStyle/>
          <a:p>
            <a:r>
              <a:rPr lang="en-IN" b="1" dirty="0"/>
              <a:t>Future Scope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64A52C-E52B-E7D3-D12E-E6065523E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6101" y="1659287"/>
            <a:ext cx="94157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sensor integration (temperature, humidity, gas levels)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National-level food freshness &amp; pricing standardization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food delivery platforms (Zomato/Swiggy-like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to prepared food and packaged goods</a:t>
            </a:r>
          </a:p>
        </p:txBody>
      </p:sp>
    </p:spTree>
    <p:extLst>
      <p:ext uri="{BB962C8B-B14F-4D97-AF65-F5344CB8AC3E}">
        <p14:creationId xmlns:p14="http://schemas.microsoft.com/office/powerpoint/2010/main" val="17015589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404</TotalTime>
  <Words>534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Food Expiry Predictor</vt:lpstr>
      <vt:lpstr>Contents</vt:lpstr>
      <vt:lpstr>Problem Statement</vt:lpstr>
      <vt:lpstr>Solution FoodLens AI is an end-to-end, AI-powered freshness intelligence platform that transforms subjective food quality assessment into real-time, data-driven, and actionable decisions across the food supply chain.  </vt:lpstr>
      <vt:lpstr>Objectives</vt:lpstr>
      <vt:lpstr>Sustainable Goals </vt:lpstr>
      <vt:lpstr>System Architecture  The system works as follows: </vt:lpstr>
      <vt:lpstr>Technical Details </vt:lpstr>
      <vt:lpstr>Application </vt:lpstr>
      <vt:lpstr>Advantage &amp; Disadvantage 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NARAYANI LIKHITKAR</dc:creator>
  <cp:lastModifiedBy>NARAYANI LIKHITKAR</cp:lastModifiedBy>
  <cp:revision>2</cp:revision>
  <dcterms:created xsi:type="dcterms:W3CDTF">2025-12-16T10:07:25Z</dcterms:created>
  <dcterms:modified xsi:type="dcterms:W3CDTF">2026-01-10T18:26:37Z</dcterms:modified>
</cp:coreProperties>
</file>